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40dcd4cea54b24" /><Relationship Type="http://schemas.openxmlformats.org/officeDocument/2006/relationships/extended-properties" Target="/docProps/app.xml" Id="Rcd08ae2162bb403c" /><Relationship Type="http://schemas.openxmlformats.org/officeDocument/2006/relationships/officeDocument" Target="/ppt/presentation.xml" Id="R86260e5da0014b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a8697a0104105"/>
  </p:sldMasterIdLst>
  <p:notesMasterIdLst>
    <p:notesMasterId xmlns:r="http://schemas.openxmlformats.org/officeDocument/2006/relationships" r:id="Rf23b7883846046bc"/>
  </p:notesMasterIdLst>
  <p:sldIdLst>
    <p:sldId xmlns:r="http://schemas.openxmlformats.org/officeDocument/2006/relationships" id="256" r:id="Rb20cfcf462944967"/>
    <p:sldId xmlns:r="http://schemas.openxmlformats.org/officeDocument/2006/relationships" id="257" r:id="Rd250c040c9ea47b9"/>
    <p:sldId xmlns:r="http://schemas.openxmlformats.org/officeDocument/2006/relationships" id="258" r:id="R44995dd13a7040d2"/>
    <p:sldId xmlns:r="http://schemas.openxmlformats.org/officeDocument/2006/relationships" id="259" r:id="Rb4d3bfe704de4115"/>
    <p:sldId xmlns:r="http://schemas.openxmlformats.org/officeDocument/2006/relationships" id="260" r:id="R9fa3b6e1af124854"/>
    <p:sldId xmlns:r="http://schemas.openxmlformats.org/officeDocument/2006/relationships" id="261" r:id="Re0beafc19d954cb5"/>
    <p:sldId xmlns:r="http://schemas.openxmlformats.org/officeDocument/2006/relationships" id="262" r:id="Rc60e0ce0c602492f"/>
    <p:sldId xmlns:r="http://schemas.openxmlformats.org/officeDocument/2006/relationships" id="263" r:id="R1ea7fd6198814bf8"/>
    <p:sldId xmlns:r="http://schemas.openxmlformats.org/officeDocument/2006/relationships" id="264" r:id="R8c7b1a6f38f74111"/>
    <p:sldId xmlns:r="http://schemas.openxmlformats.org/officeDocument/2006/relationships" id="265" r:id="Red0185a04f1041b5"/>
    <p:sldId xmlns:r="http://schemas.openxmlformats.org/officeDocument/2006/relationships" id="266" r:id="R53f1186b51bc4aa9"/>
    <p:sldId xmlns:r="http://schemas.openxmlformats.org/officeDocument/2006/relationships" id="267" r:id="Rad39de6ef45045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fff155e0d2452f" /><Relationship Type="http://schemas.openxmlformats.org/officeDocument/2006/relationships/slideMaster" Target="/ppt/slideMasters/slideMaster1.xml" Id="Ra70a8697a0104105" /><Relationship Type="http://schemas.openxmlformats.org/officeDocument/2006/relationships/notesMaster" Target="/ppt/notesMasters/notesMaster1.xml" Id="Rf23b7883846046bc" /><Relationship Type="http://schemas.openxmlformats.org/officeDocument/2006/relationships/presProps" Target="/ppt/presProps.xml" Id="Rf6fcebd7f6a84d35" /><Relationship Type="http://schemas.openxmlformats.org/officeDocument/2006/relationships/tableStyles" Target="/ppt/tableStyles.xml" Id="R86309615cff94189" /><Relationship Type="http://schemas.openxmlformats.org/officeDocument/2006/relationships/slide" Target="/ppt/slides/slide1.xml" Id="Rb20cfcf462944967" /><Relationship Type="http://schemas.openxmlformats.org/officeDocument/2006/relationships/slide" Target="/ppt/slides/slide2.xml" Id="Rd250c040c9ea47b9" /><Relationship Type="http://schemas.openxmlformats.org/officeDocument/2006/relationships/slide" Target="/ppt/slides/slide3.xml" Id="R44995dd13a7040d2" /><Relationship Type="http://schemas.openxmlformats.org/officeDocument/2006/relationships/slide" Target="/ppt/slides/slide4.xml" Id="Rb4d3bfe704de4115" /><Relationship Type="http://schemas.openxmlformats.org/officeDocument/2006/relationships/slide" Target="/ppt/slides/slide5.xml" Id="R9fa3b6e1af124854" /><Relationship Type="http://schemas.openxmlformats.org/officeDocument/2006/relationships/slide" Target="/ppt/slides/slide6.xml" Id="Re0beafc19d954cb5" /><Relationship Type="http://schemas.openxmlformats.org/officeDocument/2006/relationships/slide" Target="/ppt/slides/slide7.xml" Id="Rc60e0ce0c602492f" /><Relationship Type="http://schemas.openxmlformats.org/officeDocument/2006/relationships/slide" Target="/ppt/slides/slide8.xml" Id="R1ea7fd6198814bf8" /><Relationship Type="http://schemas.openxmlformats.org/officeDocument/2006/relationships/slide" Target="/ppt/slides/slide9.xml" Id="R8c7b1a6f38f74111" /><Relationship Type="http://schemas.openxmlformats.org/officeDocument/2006/relationships/slide" Target="/ppt/slides/slide10.xml" Id="Red0185a04f1041b5" /><Relationship Type="http://schemas.openxmlformats.org/officeDocument/2006/relationships/slide" Target="/ppt/slides/slide11.xml" Id="R53f1186b51bc4aa9" /><Relationship Type="http://schemas.openxmlformats.org/officeDocument/2006/relationships/slide" Target="/ppt/slides/slide12.xml" Id="Rad39de6ef45045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109917eabf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506af5228f45e8" /><Relationship Type="http://schemas.openxmlformats.org/officeDocument/2006/relationships/notesMaster" Target="/ppt/notesMasters/notesMaster1.xml" Id="Rfd3b69dd03d04e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9091e9f0b49c4" /><Relationship Type="http://schemas.openxmlformats.org/officeDocument/2006/relationships/notesMaster" Target="/ppt/notesMasters/notesMaster1.xml" Id="R8ffc9a7f636b4c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f132218ed74178" /><Relationship Type="http://schemas.openxmlformats.org/officeDocument/2006/relationships/notesMaster" Target="/ppt/notesMasters/notesMaster1.xml" Id="Raac8cf6ba008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fd2e3191094096" /><Relationship Type="http://schemas.openxmlformats.org/officeDocument/2006/relationships/notesMaster" Target="/ppt/notesMasters/notesMaster1.xml" Id="R774ff4b1e22d42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e590771f60469d" /><Relationship Type="http://schemas.openxmlformats.org/officeDocument/2006/relationships/notesMaster" Target="/ppt/notesMasters/notesMaster1.xml" Id="Rcb98a64b6ae743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ce1162701d49be" /><Relationship Type="http://schemas.openxmlformats.org/officeDocument/2006/relationships/notesMaster" Target="/ppt/notesMasters/notesMaster1.xml" Id="R0c8f7bcdb17b4a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3377df77d4499f" /><Relationship Type="http://schemas.openxmlformats.org/officeDocument/2006/relationships/notesMaster" Target="/ppt/notesMasters/notesMaster1.xml" Id="R31f887ca04c54b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b58c6cfc934cfd" /><Relationship Type="http://schemas.openxmlformats.org/officeDocument/2006/relationships/notesMaster" Target="/ppt/notesMasters/notesMaster1.xml" Id="Re9c7afbbfe1948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866d157a2d4946" /><Relationship Type="http://schemas.openxmlformats.org/officeDocument/2006/relationships/notesMaster" Target="/ppt/notesMasters/notesMaster1.xml" Id="Re919e1bbdaa546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8f8c11c85d4a0d" /><Relationship Type="http://schemas.openxmlformats.org/officeDocument/2006/relationships/notesMaster" Target="/ppt/notesMasters/notesMaster1.xml" Id="R8d1921d424b442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8828168994433d" /><Relationship Type="http://schemas.openxmlformats.org/officeDocument/2006/relationships/notesMaster" Target="/ppt/notesMasters/notesMaster1.xml" Id="R20213dd20cb94f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9b63a0792b42f0" /><Relationship Type="http://schemas.openxmlformats.org/officeDocument/2006/relationships/notesMaster" Target="/ppt/notesMasters/notesMaster1.xml" Id="R3187ae69532343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 30 s. Presentar E12 como informe del proyecto, no como cumplimiento completo de la rúbrica C1–C9.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min. Ejemplo: dos tareas toman mutexes en orden opuesto y quedan esperando. Therac-25 y Pathfinder son motivación histórica, no pruebas de Sentinel. Fuentes: informe §1.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1–2 min. Core 1 es futuro E13. Fuente: docs/01-ARQUITECTURA.md y docs/03-PROTOCOLO.md.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min. No atribuir al proyecto memoria virtual, persistencia o herencia de prioridad. Fuente: kernel/ y ADR.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min. La toma en vivo debe hacerse en la placa. El UART E11 disponible muestra free y graph, pero no una sola toma con ls/cd/pwd/ps. No presentar replay como vivo.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min. Puede usarse el UART real detector_20261021T042124Z_r01.uart como plan B. Tiempo medio de detección 320,862 ± 158,026 ms; no prometer generalidad absoluta.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min. Explicar que ± es desviación entre corridas. La hora sin alertas es una ventana continua, no cinco horas. Fuente: experiments/e11/README.md y master_results.csv.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min. Valores de experiments/e11/master_results.csv. Switch con TRACE ON y sonda; detector de dos tareas; cero alertas en una sola hora.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media nominal fue 22,355 ± 0,223 µs, la mediana 15,925, p99 42,425. Los 301 casos ≥80 µs coinciden con la activación periódica del detector; causalidad exacta no aislada. Fuente: E11.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min. El coste integral E11 no es comparable directamente con 48 ciclos de sonda aislada E07. RAM +33 320 B, binario +3296 B. Fuente: nominal_overhead_summary.csv.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min. Cero drops en placa y pérdida de enlace son contadores distintos. La rúbrica formal C2–C9 y el video de 10 min pertenecen a E20–E23; todavía no están completos.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y preguntas. No declarar CP8 alcanzado: faltan video publicado, dos ensayos cronometrados y simulacro, entre otros criterios.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f589bd5a346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4b48fd14549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52b96786046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cf7aadadc46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5812e760b47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df94229bb45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8EEF0C-D080-4582-BF8A-05B416E51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D33704-DA9A-4FEA-A04D-CF00AF2CCD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F25C30-7784-45AB-9DD1-38DD5D4D3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5558B7-94D8-4629-BDAE-548B1D2A7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6101E7-D93C-4211-976C-8F61C3007B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97FEFD-B18B-4001-8791-8C4C3C129A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A373FE-1555-49FF-A33A-D07DD6F764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1AC542-9E8E-4F60-9666-7C3399EEEA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8C6FCD-F41A-41F8-A666-55A6BEC1D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0FCCD0-EBE8-4808-A362-47DAE41474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361eab2a784247" /><Relationship Type="http://schemas.openxmlformats.org/officeDocument/2006/relationships/slideLayout" Target="/ppt/slideLayouts/slideLayout1.xml" Id="R07070f30789944be" /><Relationship Type="http://schemas.openxmlformats.org/officeDocument/2006/relationships/slideLayout" Target="/ppt/slideLayouts/slideLayout2.xml" Id="R27e125386c5f45cf" /><Relationship Type="http://schemas.openxmlformats.org/officeDocument/2006/relationships/slideLayout" Target="/ppt/slideLayouts/slideLayout3.xml" Id="R0e2b9b5f6e554e34" /><Relationship Type="http://schemas.openxmlformats.org/officeDocument/2006/relationships/slideLayout" Target="/ppt/slideLayouts/slideLayout4.xml" Id="Rf0f010900f384e18" /><Relationship Type="http://schemas.openxmlformats.org/officeDocument/2006/relationships/slideLayout" Target="/ppt/slideLayouts/slideLayout5.xml" Id="Rae562f75a9c74eac" /><Relationship Type="http://schemas.openxmlformats.org/officeDocument/2006/relationships/slideLayout" Target="/ppt/slideLayouts/slideLayout6.xml" Id="Ra0f9f458b39846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070f30789944be"/>
    <p:sldLayoutId xmlns:r="http://schemas.openxmlformats.org/officeDocument/2006/relationships" id="2147483650" r:id="R27e125386c5f45cf"/>
    <p:sldLayoutId xmlns:r="http://schemas.openxmlformats.org/officeDocument/2006/relationships" id="2147483651" r:id="R0e2b9b5f6e554e34"/>
    <p:sldLayoutId xmlns:r="http://schemas.openxmlformats.org/officeDocument/2006/relationships" id="2147483652" r:id="Rf0f010900f384e18"/>
    <p:sldLayoutId xmlns:r="http://schemas.openxmlformats.org/officeDocument/2006/relationships" id="2147483653" r:id="Rae562f75a9c74eac"/>
    <p:sldLayoutId xmlns:r="http://schemas.openxmlformats.org/officeDocument/2006/relationships" id="2147483654" r:id="Ra0f9f458b39846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821900c2547f5" /><Relationship Type="http://schemas.openxmlformats.org/officeDocument/2006/relationships/notesSlide" Target="/ppt/notesSlides/notesSlide1.xml" Id="Rf54ac74ec58b43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652ddc1a8b4348" /><Relationship Type="http://schemas.openxmlformats.org/officeDocument/2006/relationships/notesSlide" Target="/ppt/notesSlides/notesSlide2.xml" Id="R164881a5fdfd4a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d9568513a4efa" /><Relationship Type="http://schemas.openxmlformats.org/officeDocument/2006/relationships/notesSlide" Target="/ppt/notesSlides/notesSlide3.xml" Id="R3f9d079da76047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cfe4dd78f4fe6" /><Relationship Type="http://schemas.openxmlformats.org/officeDocument/2006/relationships/notesSlide" Target="/ppt/notesSlides/notesSlide4.xml" Id="R264db3f16c1841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10a7797e84bb1" /><Relationship Type="http://schemas.openxmlformats.org/officeDocument/2006/relationships/notesSlide" Target="/ppt/notesSlides/notesSlide5.xml" Id="R6da73c4fe14b48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466ca9573404f" /><Relationship Type="http://schemas.openxmlformats.org/officeDocument/2006/relationships/notesSlide" Target="/ppt/notesSlides/notesSlide6.xml" Id="R4e0a82ced93743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ca06e626d466d" /><Relationship Type="http://schemas.openxmlformats.org/officeDocument/2006/relationships/notesSlide" Target="/ppt/notesSlides/notesSlide7.xml" Id="R908022c50c2a45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a62c91ac34fa9" /><Relationship Type="http://schemas.openxmlformats.org/officeDocument/2006/relationships/notesSlide" Target="/ppt/notesSlides/notesSlide8.xml" Id="Rc076e1bf607d46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2cff7b89884ac5" /><Relationship Type="http://schemas.openxmlformats.org/officeDocument/2006/relationships/image" Target="/ppt/media/image.png" Id="R21e0a0cda6e745ac" /><Relationship Type="http://schemas.openxmlformats.org/officeDocument/2006/relationships/notesSlide" Target="/ppt/notesSlides/notesSlide9.xml" Id="Rde3d58eaef6f45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44d00de29459d" /><Relationship Type="http://schemas.openxmlformats.org/officeDocument/2006/relationships/image" Target="/ppt/media/image2.png" Id="R90820998b2844d2a" /><Relationship Type="http://schemas.openxmlformats.org/officeDocument/2006/relationships/notesSlide" Target="/ppt/notesSlides/notesSlide10.xml" Id="Rb239083d68ef41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ce53ceaec43b1" /><Relationship Type="http://schemas.openxmlformats.org/officeDocument/2006/relationships/notesSlide" Target="/ppt/notesSlides/notesSlide11.xml" Id="R9668d1b9558645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f2644ef814c28" /><Relationship Type="http://schemas.openxmlformats.org/officeDocument/2006/relationships/notesSlide" Target="/ppt/notesSlides/notesSlide12.xml" Id="Rbb65897bbdb644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00125-A258-4C27-827C-CF250086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SISTEMAS OPERATIVOS · ESP32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8BB7A-5379-4A3C-87CB-EF965C6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Sentinel 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48EA3-2FCA-4ADF-97BE-5AFA5366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01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DC750-FED3-45E9-B75E-A9733908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57D3C2"/>
                </a:solidFill>
              </a:defRPr>
            </a:defPPr>
            <a:lvl1pPr>
              <a:defRPr sz="2700" b="0">
                <a:solidFill>
                  <a:srgbClr val="57D3C2"/>
                </a:solidFill>
              </a:defRPr>
            </a:lvl1pPr>
            <a:lvl2pPr>
              <a:defRPr sz="2700" b="0">
                <a:solidFill>
                  <a:srgbClr val="57D3C2"/>
                </a:solidFill>
              </a:defRPr>
            </a:lvl2pPr>
            <a:lvl3pPr>
              <a:defRPr sz="2700" b="0">
                <a:solidFill>
                  <a:srgbClr val="57D3C2"/>
                </a:solidFill>
              </a:defRPr>
            </a:lvl3pPr>
            <a:lvl4pPr>
              <a:defRPr sz="2700" b="0">
                <a:solidFill>
                  <a:srgbClr val="57D3C2"/>
                </a:solidFill>
              </a:defRPr>
            </a:lvl4pPr>
            <a:lvl5pPr>
              <a:defRPr sz="2700" b="0">
                <a:solidFill>
                  <a:srgbClr val="57D3C2"/>
                </a:solidFill>
              </a:defRPr>
            </a:lvl5pPr>
            <a:lvl6pPr>
              <a:defRPr sz="2700" b="0">
                <a:solidFill>
                  <a:srgbClr val="57D3C2"/>
                </a:solidFill>
              </a:defRPr>
            </a:lvl6pPr>
            <a:lvl7pPr>
              <a:defRPr sz="2700" b="0">
                <a:solidFill>
                  <a:srgbClr val="57D3C2"/>
                </a:solidFill>
              </a:defRPr>
            </a:lvl7pPr>
            <a:lvl8pPr>
              <a:defRPr sz="2700" b="0">
                <a:solidFill>
                  <a:srgbClr val="57D3C2"/>
                </a:solidFill>
              </a:defRPr>
            </a:lvl8pPr>
            <a:lvl9pPr>
              <a:defRPr sz="2700" b="0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7D3C2"/>
                </a:solidFill>
              </a:defRPr>
            </a:pPr>
            <a:r>
              <a:rPr sz="2700" b="0">
                <a:solidFill>
                  <a:srgbClr val="57D3C2"/>
                </a:solidFill>
              </a:rPr>
              <a:t>Un kernel pequeño que mide el costo de observarse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25A37-F1B5-4A69-A73C-3C0B7EB7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CBD8"/>
                </a:solidFill>
              </a:defRPr>
            </a:defPPr>
            <a:lvl1pPr>
              <a:defRPr sz="1650" b="0">
                <a:solidFill>
                  <a:srgbClr val="BECBD8"/>
                </a:solidFill>
              </a:defRPr>
            </a:lvl1pPr>
            <a:lvl2pPr>
              <a:defRPr sz="1650" b="0">
                <a:solidFill>
                  <a:srgbClr val="BECBD8"/>
                </a:solidFill>
              </a:defRPr>
            </a:lvl2pPr>
            <a:lvl3pPr>
              <a:defRPr sz="1650" b="0">
                <a:solidFill>
                  <a:srgbClr val="BECBD8"/>
                </a:solidFill>
              </a:defRPr>
            </a:lvl3pPr>
            <a:lvl4pPr>
              <a:defRPr sz="1650" b="0">
                <a:solidFill>
                  <a:srgbClr val="BECBD8"/>
                </a:solidFill>
              </a:defRPr>
            </a:lvl4pPr>
            <a:lvl5pPr>
              <a:defRPr sz="1650" b="0">
                <a:solidFill>
                  <a:srgbClr val="BECBD8"/>
                </a:solidFill>
              </a:defRPr>
            </a:lvl5pPr>
            <a:lvl6pPr>
              <a:defRPr sz="1650" b="0">
                <a:solidFill>
                  <a:srgbClr val="BECBD8"/>
                </a:solidFill>
              </a:defRPr>
            </a:lvl6pPr>
            <a:lvl7pPr>
              <a:defRPr sz="1650" b="0">
                <a:solidFill>
                  <a:srgbClr val="BECBD8"/>
                </a:solidFill>
              </a:defRPr>
            </a:lvl7pPr>
            <a:lvl8pPr>
              <a:defRPr sz="1650" b="0">
                <a:solidFill>
                  <a:srgbClr val="BECBD8"/>
                </a:solidFill>
              </a:defRPr>
            </a:lvl8pPr>
            <a:lvl9pPr>
              <a:defRPr sz="165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CBD8"/>
                </a:solidFill>
              </a:defRPr>
            </a:pPr>
            <a:r>
              <a:rPr sz="1650" b="0">
                <a:solidFill>
                  <a:srgbClr val="BECBD8"/>
                </a:solidFill>
              </a:rPr>
              <a:t>Iker  ·  Universidad Pontificia Bolivariana</a:t>
            </a:r>
          </a:p>
        </p:txBody>
      </p:sp>
    </p:spTree>
    <p:extLst>
      <p:ext uri="{BB962C8B-B14F-4D97-AF65-F5344CB8AC3E}">
        <p14:creationId xmlns:p14="http://schemas.microsoft.com/office/powerpoint/2010/main" val="1186650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4A213-9D86-47E8-BC2B-570D17A8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F1D13-16A0-412B-A7B7-60756610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El problema de la observabilidad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75807-7729-401F-9163-10AD2B2A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02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D4922-AB71-4AD1-952F-A70D9AFD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1F5F9"/>
                </a:solidFill>
              </a:defRPr>
            </a:defPPr>
            <a:lvl1pPr>
              <a:defRPr sz="2250" b="0">
                <a:solidFill>
                  <a:srgbClr val="F1F5F9"/>
                </a:solidFill>
              </a:defRPr>
            </a:lvl1pPr>
            <a:lvl2pPr>
              <a:defRPr sz="2250" b="0">
                <a:solidFill>
                  <a:srgbClr val="F1F5F9"/>
                </a:solidFill>
              </a:defRPr>
            </a:lvl2pPr>
            <a:lvl3pPr>
              <a:defRPr sz="2250" b="0">
                <a:solidFill>
                  <a:srgbClr val="F1F5F9"/>
                </a:solidFill>
              </a:defRPr>
            </a:lvl3pPr>
            <a:lvl4pPr>
              <a:defRPr sz="2250" b="0">
                <a:solidFill>
                  <a:srgbClr val="F1F5F9"/>
                </a:solidFill>
              </a:defRPr>
            </a:lvl4pPr>
            <a:lvl5pPr>
              <a:defRPr sz="2250" b="0">
                <a:solidFill>
                  <a:srgbClr val="F1F5F9"/>
                </a:solidFill>
              </a:defRPr>
            </a:lvl5pPr>
            <a:lvl6pPr>
              <a:defRPr sz="2250" b="0">
                <a:solidFill>
                  <a:srgbClr val="F1F5F9"/>
                </a:solidFill>
              </a:defRPr>
            </a:lvl6pPr>
            <a:lvl7pPr>
              <a:defRPr sz="2250" b="0">
                <a:solidFill>
                  <a:srgbClr val="F1F5F9"/>
                </a:solidFill>
              </a:defRPr>
            </a:lvl7pPr>
            <a:lvl8pPr>
              <a:defRPr sz="2250" b="0">
                <a:solidFill>
                  <a:srgbClr val="F1F5F9"/>
                </a:solidFill>
              </a:defRPr>
            </a:lvl8pPr>
            <a:lvl9pPr>
              <a:defRPr sz="225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1F5F9"/>
                </a:solidFill>
              </a:defRPr>
            </a:pPr>
            <a:r>
              <a:rPr sz="2250" b="0">
                <a:solidFill>
                  <a:srgbClr val="F1F5F9"/>
                </a:solidFill>
              </a:rPr>
              <a:t>Una salida de shell no explica por qué una tarea deja de avanzar.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4EBE4-C7D8-47E1-8B0F-AE54B826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1F5F9"/>
                </a:solidFill>
              </a:defRPr>
            </a:defPPr>
            <a:lvl1pPr>
              <a:defRPr sz="2250" b="0">
                <a:solidFill>
                  <a:srgbClr val="F1F5F9"/>
                </a:solidFill>
              </a:defRPr>
            </a:lvl1pPr>
            <a:lvl2pPr>
              <a:defRPr sz="2250" b="0">
                <a:solidFill>
                  <a:srgbClr val="F1F5F9"/>
                </a:solidFill>
              </a:defRPr>
            </a:lvl2pPr>
            <a:lvl3pPr>
              <a:defRPr sz="2250" b="0">
                <a:solidFill>
                  <a:srgbClr val="F1F5F9"/>
                </a:solidFill>
              </a:defRPr>
            </a:lvl3pPr>
            <a:lvl4pPr>
              <a:defRPr sz="2250" b="0">
                <a:solidFill>
                  <a:srgbClr val="F1F5F9"/>
                </a:solidFill>
              </a:defRPr>
            </a:lvl4pPr>
            <a:lvl5pPr>
              <a:defRPr sz="2250" b="0">
                <a:solidFill>
                  <a:srgbClr val="F1F5F9"/>
                </a:solidFill>
              </a:defRPr>
            </a:lvl5pPr>
            <a:lvl6pPr>
              <a:defRPr sz="2250" b="0">
                <a:solidFill>
                  <a:srgbClr val="F1F5F9"/>
                </a:solidFill>
              </a:defRPr>
            </a:lvl6pPr>
            <a:lvl7pPr>
              <a:defRPr sz="2250" b="0">
                <a:solidFill>
                  <a:srgbClr val="F1F5F9"/>
                </a:solidFill>
              </a:defRPr>
            </a:lvl7pPr>
            <a:lvl8pPr>
              <a:defRPr sz="2250" b="0">
                <a:solidFill>
                  <a:srgbClr val="F1F5F9"/>
                </a:solidFill>
              </a:defRPr>
            </a:lvl8pPr>
            <a:lvl9pPr>
              <a:defRPr sz="225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1F5F9"/>
                </a:solidFill>
              </a:defRPr>
            </a:pPr>
            <a:r>
              <a:rPr sz="2250" b="0">
                <a:solidFill>
                  <a:srgbClr val="F1F5F9"/>
                </a:solidFill>
              </a:rPr>
              <a:t>Un detector interno también consume CPU y memoria.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FD31E-9979-433D-AC49-32B87151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1F5F9"/>
                </a:solidFill>
              </a:defRPr>
            </a:defPPr>
            <a:lvl1pPr>
              <a:defRPr sz="2250" b="0">
                <a:solidFill>
                  <a:srgbClr val="F1F5F9"/>
                </a:solidFill>
              </a:defRPr>
            </a:lvl1pPr>
            <a:lvl2pPr>
              <a:defRPr sz="2250" b="0">
                <a:solidFill>
                  <a:srgbClr val="F1F5F9"/>
                </a:solidFill>
              </a:defRPr>
            </a:lvl2pPr>
            <a:lvl3pPr>
              <a:defRPr sz="2250" b="0">
                <a:solidFill>
                  <a:srgbClr val="F1F5F9"/>
                </a:solidFill>
              </a:defRPr>
            </a:lvl3pPr>
            <a:lvl4pPr>
              <a:defRPr sz="2250" b="0">
                <a:solidFill>
                  <a:srgbClr val="F1F5F9"/>
                </a:solidFill>
              </a:defRPr>
            </a:lvl4pPr>
            <a:lvl5pPr>
              <a:defRPr sz="2250" b="0">
                <a:solidFill>
                  <a:srgbClr val="F1F5F9"/>
                </a:solidFill>
              </a:defRPr>
            </a:lvl5pPr>
            <a:lvl6pPr>
              <a:defRPr sz="2250" b="0">
                <a:solidFill>
                  <a:srgbClr val="F1F5F9"/>
                </a:solidFill>
              </a:defRPr>
            </a:lvl6pPr>
            <a:lvl7pPr>
              <a:defRPr sz="2250" b="0">
                <a:solidFill>
                  <a:srgbClr val="F1F5F9"/>
                </a:solidFill>
              </a:defRPr>
            </a:lvl7pPr>
            <a:lvl8pPr>
              <a:defRPr sz="2250" b="0">
                <a:solidFill>
                  <a:srgbClr val="F1F5F9"/>
                </a:solidFill>
              </a:defRPr>
            </a:lvl8pPr>
            <a:lvl9pPr>
              <a:defRPr sz="225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1F5F9"/>
                </a:solidFill>
              </a:defRPr>
            </a:pPr>
            <a:r>
              <a:rPr sz="2250" b="0">
                <a:solidFill>
                  <a:srgbClr val="F1F5F9"/>
                </a:solidFill>
              </a:rPr>
              <a:t>Pregunta: ¿qué ve Sentinel y cuánto cuesta verlo?</a:t>
            </a:r>
          </a:p>
        </p:txBody>
      </p:sp>
    </p:spTree>
    <p:extLst>
      <p:ext uri="{BB962C8B-B14F-4D97-AF65-F5344CB8AC3E}">
        <p14:creationId xmlns:p14="http://schemas.microsoft.com/office/powerpoint/2010/main" val="11247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A32A0-C034-48ED-8297-D162BE16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55756-A735-4A64-8AF9-FF19B639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Tesis y 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FFE15-61C4-46D5-88A9-75C74B44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03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71FEC-2171-4A4A-AA3D-14D3E9E6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1F5F9"/>
                </a:solidFill>
              </a:defRPr>
            </a:defPPr>
            <a:lvl1pPr>
              <a:defRPr sz="2100" b="0">
                <a:solidFill>
                  <a:srgbClr val="F1F5F9"/>
                </a:solidFill>
              </a:defRPr>
            </a:lvl1pPr>
            <a:lvl2pPr>
              <a:defRPr sz="2100" b="0">
                <a:solidFill>
                  <a:srgbClr val="F1F5F9"/>
                </a:solidFill>
              </a:defRPr>
            </a:lvl2pPr>
            <a:lvl3pPr>
              <a:defRPr sz="2100" b="0">
                <a:solidFill>
                  <a:srgbClr val="F1F5F9"/>
                </a:solidFill>
              </a:defRPr>
            </a:lvl3pPr>
            <a:lvl4pPr>
              <a:defRPr sz="2100" b="0">
                <a:solidFill>
                  <a:srgbClr val="F1F5F9"/>
                </a:solidFill>
              </a:defRPr>
            </a:lvl4pPr>
            <a:lvl5pPr>
              <a:defRPr sz="2100" b="0">
                <a:solidFill>
                  <a:srgbClr val="F1F5F9"/>
                </a:solidFill>
              </a:defRPr>
            </a:lvl5pPr>
            <a:lvl6pPr>
              <a:defRPr sz="2100" b="0">
                <a:solidFill>
                  <a:srgbClr val="F1F5F9"/>
                </a:solidFill>
              </a:defRPr>
            </a:lvl6pPr>
            <a:lvl7pPr>
              <a:defRPr sz="2100" b="0">
                <a:solidFill>
                  <a:srgbClr val="F1F5F9"/>
                </a:solidFill>
              </a:defRPr>
            </a:lvl7pPr>
            <a:lvl8pPr>
              <a:defRPr sz="2100" b="0">
                <a:solidFill>
                  <a:srgbClr val="F1F5F9"/>
                </a:solidFill>
              </a:defRPr>
            </a:lvl8pPr>
            <a:lvl9pPr>
              <a:defRPr sz="210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F5F9"/>
                </a:solidFill>
              </a:defRPr>
            </a:pPr>
            <a:r>
              <a:rPr sz="2100" b="0">
                <a:solidFill>
                  <a:srgbClr val="F1F5F9"/>
                </a:solidFill>
              </a:rPr>
              <a:t>Core 0: tareas + scheduler + heap + RAMFS + detector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50918-04C0-4199-AD4E-9650C428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57D3C2"/>
                </a:solidFill>
              </a:defRPr>
            </a:defPPr>
            <a:lvl1pPr>
              <a:defRPr sz="2175" b="1">
                <a:solidFill>
                  <a:srgbClr val="57D3C2"/>
                </a:solidFill>
              </a:defRPr>
            </a:lvl1pPr>
            <a:lvl2pPr>
              <a:defRPr sz="2175" b="1">
                <a:solidFill>
                  <a:srgbClr val="57D3C2"/>
                </a:solidFill>
              </a:defRPr>
            </a:lvl2pPr>
            <a:lvl3pPr>
              <a:defRPr sz="2175" b="1">
                <a:solidFill>
                  <a:srgbClr val="57D3C2"/>
                </a:solidFill>
              </a:defRPr>
            </a:lvl3pPr>
            <a:lvl4pPr>
              <a:defRPr sz="2175" b="1">
                <a:solidFill>
                  <a:srgbClr val="57D3C2"/>
                </a:solidFill>
              </a:defRPr>
            </a:lvl4pPr>
            <a:lvl5pPr>
              <a:defRPr sz="2175" b="1">
                <a:solidFill>
                  <a:srgbClr val="57D3C2"/>
                </a:solidFill>
              </a:defRPr>
            </a:lvl5pPr>
            <a:lvl6pPr>
              <a:defRPr sz="2175" b="1">
                <a:solidFill>
                  <a:srgbClr val="57D3C2"/>
                </a:solidFill>
              </a:defRPr>
            </a:lvl6pPr>
            <a:lvl7pPr>
              <a:defRPr sz="2175" b="1">
                <a:solidFill>
                  <a:srgbClr val="57D3C2"/>
                </a:solidFill>
              </a:defRPr>
            </a:lvl7pPr>
            <a:lvl8pPr>
              <a:defRPr sz="2175" b="1">
                <a:solidFill>
                  <a:srgbClr val="57D3C2"/>
                </a:solidFill>
              </a:defRPr>
            </a:lvl8pPr>
            <a:lvl9pPr>
              <a:defRPr sz="217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57D3C2"/>
                </a:solidFill>
              </a:defRPr>
            </a:pPr>
            <a:r>
              <a:rPr sz="2175" b="1">
                <a:solidFill>
                  <a:srgbClr val="57D3C2"/>
                </a:solidFill>
              </a:rPr>
              <a:t>↓  sondas CCOUNT  ·  buffer circular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8FC13-34BF-4773-9245-6F30B644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1F5F9"/>
                </a:solidFill>
              </a:defRPr>
            </a:defPPr>
            <a:lvl1pPr>
              <a:defRPr sz="2100" b="0">
                <a:solidFill>
                  <a:srgbClr val="F1F5F9"/>
                </a:solidFill>
              </a:defRPr>
            </a:lvl1pPr>
            <a:lvl2pPr>
              <a:defRPr sz="2100" b="0">
                <a:solidFill>
                  <a:srgbClr val="F1F5F9"/>
                </a:solidFill>
              </a:defRPr>
            </a:lvl2pPr>
            <a:lvl3pPr>
              <a:defRPr sz="2100" b="0">
                <a:solidFill>
                  <a:srgbClr val="F1F5F9"/>
                </a:solidFill>
              </a:defRPr>
            </a:lvl3pPr>
            <a:lvl4pPr>
              <a:defRPr sz="2100" b="0">
                <a:solidFill>
                  <a:srgbClr val="F1F5F9"/>
                </a:solidFill>
              </a:defRPr>
            </a:lvl4pPr>
            <a:lvl5pPr>
              <a:defRPr sz="2100" b="0">
                <a:solidFill>
                  <a:srgbClr val="F1F5F9"/>
                </a:solidFill>
              </a:defRPr>
            </a:lvl5pPr>
            <a:lvl6pPr>
              <a:defRPr sz="2100" b="0">
                <a:solidFill>
                  <a:srgbClr val="F1F5F9"/>
                </a:solidFill>
              </a:defRPr>
            </a:lvl6pPr>
            <a:lvl7pPr>
              <a:defRPr sz="2100" b="0">
                <a:solidFill>
                  <a:srgbClr val="F1F5F9"/>
                </a:solidFill>
              </a:defRPr>
            </a:lvl7pPr>
            <a:lvl8pPr>
              <a:defRPr sz="2100" b="0">
                <a:solidFill>
                  <a:srgbClr val="F1F5F9"/>
                </a:solidFill>
              </a:defRPr>
            </a:lvl8pPr>
            <a:lvl9pPr>
              <a:defRPr sz="210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F5F9"/>
                </a:solidFill>
              </a:defRPr>
            </a:pPr>
            <a:r>
              <a:rPr sz="2100" b="0">
                <a:solidFill>
                  <a:srgbClr val="F1F5F9"/>
                </a:solidFill>
              </a:rPr>
              <a:t>UART con secuencia y CRC  →  puente Python en PC</a:t>
            </a:r>
          </a:p>
        </p:txBody>
      </p:sp>
    </p:spTree>
    <p:extLst>
      <p:ext uri="{BB962C8B-B14F-4D97-AF65-F5344CB8AC3E}">
        <p14:creationId xmlns:p14="http://schemas.microsoft.com/office/powerpoint/2010/main" val="1667002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79D32-D83B-4214-9230-EE52602E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ECA68-49AF-45D4-826C-DB1C7640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El kernel que se puede demostrar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A1DA9-DF2F-485C-8D8F-7D8D5A60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04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1D1DC-FED6-4F4C-8292-E1C0C6A1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1F5F9"/>
                </a:solidFill>
              </a:defRPr>
            </a:defPPr>
            <a:lvl1pPr>
              <a:defRPr sz="2175" b="0">
                <a:solidFill>
                  <a:srgbClr val="F1F5F9"/>
                </a:solidFill>
              </a:defRPr>
            </a:lvl1pPr>
            <a:lvl2pPr>
              <a:defRPr sz="2175" b="0">
                <a:solidFill>
                  <a:srgbClr val="F1F5F9"/>
                </a:solidFill>
              </a:defRPr>
            </a:lvl2pPr>
            <a:lvl3pPr>
              <a:defRPr sz="2175" b="0">
                <a:solidFill>
                  <a:srgbClr val="F1F5F9"/>
                </a:solidFill>
              </a:defRPr>
            </a:lvl3pPr>
            <a:lvl4pPr>
              <a:defRPr sz="2175" b="0">
                <a:solidFill>
                  <a:srgbClr val="F1F5F9"/>
                </a:solidFill>
              </a:defRPr>
            </a:lvl4pPr>
            <a:lvl5pPr>
              <a:defRPr sz="2175" b="0">
                <a:solidFill>
                  <a:srgbClr val="F1F5F9"/>
                </a:solidFill>
              </a:defRPr>
            </a:lvl5pPr>
            <a:lvl6pPr>
              <a:defRPr sz="2175" b="0">
                <a:solidFill>
                  <a:srgbClr val="F1F5F9"/>
                </a:solidFill>
              </a:defRPr>
            </a:lvl6pPr>
            <a:lvl7pPr>
              <a:defRPr sz="2175" b="0">
                <a:solidFill>
                  <a:srgbClr val="F1F5F9"/>
                </a:solidFill>
              </a:defRPr>
            </a:lvl7pPr>
            <a:lvl8pPr>
              <a:defRPr sz="2175" b="0">
                <a:solidFill>
                  <a:srgbClr val="F1F5F9"/>
                </a:solidFill>
              </a:defRPr>
            </a:lvl8pPr>
            <a:lvl9pPr>
              <a:defRPr sz="217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F5F9"/>
                </a:solidFill>
              </a:defRPr>
            </a:pPr>
            <a:r>
              <a:rPr sz="2175" b="0">
                <a:solidFill>
                  <a:srgbClr val="F1F5F9"/>
                </a:solidFill>
              </a:rPr>
              <a:t>Arranque bare-metal sin FreeRTOS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A193C-42BD-4CCA-A76B-DCD942CD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1F5F9"/>
                </a:solidFill>
              </a:defRPr>
            </a:defPPr>
            <a:lvl1pPr>
              <a:defRPr sz="2175" b="0">
                <a:solidFill>
                  <a:srgbClr val="F1F5F9"/>
                </a:solidFill>
              </a:defRPr>
            </a:lvl1pPr>
            <a:lvl2pPr>
              <a:defRPr sz="2175" b="0">
                <a:solidFill>
                  <a:srgbClr val="F1F5F9"/>
                </a:solidFill>
              </a:defRPr>
            </a:lvl2pPr>
            <a:lvl3pPr>
              <a:defRPr sz="2175" b="0">
                <a:solidFill>
                  <a:srgbClr val="F1F5F9"/>
                </a:solidFill>
              </a:defRPr>
            </a:lvl3pPr>
            <a:lvl4pPr>
              <a:defRPr sz="2175" b="0">
                <a:solidFill>
                  <a:srgbClr val="F1F5F9"/>
                </a:solidFill>
              </a:defRPr>
            </a:lvl4pPr>
            <a:lvl5pPr>
              <a:defRPr sz="2175" b="0">
                <a:solidFill>
                  <a:srgbClr val="F1F5F9"/>
                </a:solidFill>
              </a:defRPr>
            </a:lvl5pPr>
            <a:lvl6pPr>
              <a:defRPr sz="2175" b="0">
                <a:solidFill>
                  <a:srgbClr val="F1F5F9"/>
                </a:solidFill>
              </a:defRPr>
            </a:lvl6pPr>
            <a:lvl7pPr>
              <a:defRPr sz="2175" b="0">
                <a:solidFill>
                  <a:srgbClr val="F1F5F9"/>
                </a:solidFill>
              </a:defRPr>
            </a:lvl7pPr>
            <a:lvl8pPr>
              <a:defRPr sz="2175" b="0">
                <a:solidFill>
                  <a:srgbClr val="F1F5F9"/>
                </a:solidFill>
              </a:defRPr>
            </a:lvl8pPr>
            <a:lvl9pPr>
              <a:defRPr sz="217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F5F9"/>
                </a:solidFill>
              </a:defRPr>
            </a:pPr>
            <a:r>
              <a:rPr sz="2175" b="0">
                <a:solidFill>
                  <a:srgbClr val="F1F5F9"/>
                </a:solidFill>
              </a:rPr>
              <a:t>Tareas y prioridades; mutexes y detección de ciclos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457D8-65B3-4DC7-BDF7-AB0612A6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1F5F9"/>
                </a:solidFill>
              </a:defRPr>
            </a:defPPr>
            <a:lvl1pPr>
              <a:defRPr sz="2175" b="0">
                <a:solidFill>
                  <a:srgbClr val="F1F5F9"/>
                </a:solidFill>
              </a:defRPr>
            </a:lvl1pPr>
            <a:lvl2pPr>
              <a:defRPr sz="2175" b="0">
                <a:solidFill>
                  <a:srgbClr val="F1F5F9"/>
                </a:solidFill>
              </a:defRPr>
            </a:lvl2pPr>
            <a:lvl3pPr>
              <a:defRPr sz="2175" b="0">
                <a:solidFill>
                  <a:srgbClr val="F1F5F9"/>
                </a:solidFill>
              </a:defRPr>
            </a:lvl3pPr>
            <a:lvl4pPr>
              <a:defRPr sz="2175" b="0">
                <a:solidFill>
                  <a:srgbClr val="F1F5F9"/>
                </a:solidFill>
              </a:defRPr>
            </a:lvl4pPr>
            <a:lvl5pPr>
              <a:defRPr sz="2175" b="0">
                <a:solidFill>
                  <a:srgbClr val="F1F5F9"/>
                </a:solidFill>
              </a:defRPr>
            </a:lvl5pPr>
            <a:lvl6pPr>
              <a:defRPr sz="2175" b="0">
                <a:solidFill>
                  <a:srgbClr val="F1F5F9"/>
                </a:solidFill>
              </a:defRPr>
            </a:lvl6pPr>
            <a:lvl7pPr>
              <a:defRPr sz="2175" b="0">
                <a:solidFill>
                  <a:srgbClr val="F1F5F9"/>
                </a:solidFill>
              </a:defRPr>
            </a:lvl7pPr>
            <a:lvl8pPr>
              <a:defRPr sz="2175" b="0">
                <a:solidFill>
                  <a:srgbClr val="F1F5F9"/>
                </a:solidFill>
              </a:defRPr>
            </a:lvl8pPr>
            <a:lvl9pPr>
              <a:defRPr sz="217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F5F9"/>
                </a:solidFill>
              </a:defRPr>
            </a:pPr>
            <a:r>
              <a:rPr sz="2175" b="0">
                <a:solidFill>
                  <a:srgbClr val="F1F5F9"/>
                </a:solidFill>
              </a:rPr>
              <a:t>Heap con métricas; VFS + RAMFS; shell propio</a:t>
            </a:r>
          </a:p>
        </p:txBody>
      </p:sp>
    </p:spTree>
    <p:extLst>
      <p:ext uri="{BB962C8B-B14F-4D97-AF65-F5344CB8AC3E}">
        <p14:creationId xmlns:p14="http://schemas.microsoft.com/office/powerpoint/2010/main" val="289327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084C1-F675-4F0F-A2E2-4B6EB15E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E2A22-1249-44D6-83B2-1B2BF67A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Demo: shell y estado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822E3-6FAD-49A3-9F7B-8197378F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05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D9C05-B09E-42E7-8904-55918C0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1F5F9"/>
                </a:solidFill>
              </a:defRPr>
            </a:defPPr>
            <a:lvl1pPr>
              <a:defRPr sz="2025" b="0">
                <a:solidFill>
                  <a:srgbClr val="F1F5F9"/>
                </a:solidFill>
              </a:defRPr>
            </a:lvl1pPr>
            <a:lvl2pPr>
              <a:defRPr sz="2025" b="0">
                <a:solidFill>
                  <a:srgbClr val="F1F5F9"/>
                </a:solidFill>
              </a:defRPr>
            </a:lvl2pPr>
            <a:lvl3pPr>
              <a:defRPr sz="2025" b="0">
                <a:solidFill>
                  <a:srgbClr val="F1F5F9"/>
                </a:solidFill>
              </a:defRPr>
            </a:lvl3pPr>
            <a:lvl4pPr>
              <a:defRPr sz="2025" b="0">
                <a:solidFill>
                  <a:srgbClr val="F1F5F9"/>
                </a:solidFill>
              </a:defRPr>
            </a:lvl4pPr>
            <a:lvl5pPr>
              <a:defRPr sz="2025" b="0">
                <a:solidFill>
                  <a:srgbClr val="F1F5F9"/>
                </a:solidFill>
              </a:defRPr>
            </a:lvl5pPr>
            <a:lvl6pPr>
              <a:defRPr sz="2025" b="0">
                <a:solidFill>
                  <a:srgbClr val="F1F5F9"/>
                </a:solidFill>
              </a:defRPr>
            </a:lvl6pPr>
            <a:lvl7pPr>
              <a:defRPr sz="2025" b="0">
                <a:solidFill>
                  <a:srgbClr val="F1F5F9"/>
                </a:solidFill>
              </a:defRPr>
            </a:lvl7pPr>
            <a:lvl8pPr>
              <a:defRPr sz="2025" b="0">
                <a:solidFill>
                  <a:srgbClr val="F1F5F9"/>
                </a:solidFill>
              </a:defRPr>
            </a:lvl8pPr>
            <a:lvl9pPr>
              <a:defRPr sz="202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5F9"/>
                </a:solidFill>
              </a:defRPr>
            </a:pPr>
            <a:r>
              <a:rPr sz="2025" b="0">
                <a:solidFill>
                  <a:srgbClr val="F1F5F9"/>
                </a:solidFill>
              </a:rPr>
              <a:t>pwd  →  ruta actual     ls  →  archivos     cd  →  directorio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CC2EB-41CB-4CD8-B5D2-8311B2DB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1F5F9"/>
                </a:solidFill>
              </a:defRPr>
            </a:defPPr>
            <a:lvl1pPr>
              <a:defRPr sz="2025" b="0">
                <a:solidFill>
                  <a:srgbClr val="F1F5F9"/>
                </a:solidFill>
              </a:defRPr>
            </a:lvl1pPr>
            <a:lvl2pPr>
              <a:defRPr sz="2025" b="0">
                <a:solidFill>
                  <a:srgbClr val="F1F5F9"/>
                </a:solidFill>
              </a:defRPr>
            </a:lvl2pPr>
            <a:lvl3pPr>
              <a:defRPr sz="2025" b="0">
                <a:solidFill>
                  <a:srgbClr val="F1F5F9"/>
                </a:solidFill>
              </a:defRPr>
            </a:lvl3pPr>
            <a:lvl4pPr>
              <a:defRPr sz="2025" b="0">
                <a:solidFill>
                  <a:srgbClr val="F1F5F9"/>
                </a:solidFill>
              </a:defRPr>
            </a:lvl4pPr>
            <a:lvl5pPr>
              <a:defRPr sz="2025" b="0">
                <a:solidFill>
                  <a:srgbClr val="F1F5F9"/>
                </a:solidFill>
              </a:defRPr>
            </a:lvl5pPr>
            <a:lvl6pPr>
              <a:defRPr sz="2025" b="0">
                <a:solidFill>
                  <a:srgbClr val="F1F5F9"/>
                </a:solidFill>
              </a:defRPr>
            </a:lvl6pPr>
            <a:lvl7pPr>
              <a:defRPr sz="2025" b="0">
                <a:solidFill>
                  <a:srgbClr val="F1F5F9"/>
                </a:solidFill>
              </a:defRPr>
            </a:lvl7pPr>
            <a:lvl8pPr>
              <a:defRPr sz="2025" b="0">
                <a:solidFill>
                  <a:srgbClr val="F1F5F9"/>
                </a:solidFill>
              </a:defRPr>
            </a:lvl8pPr>
            <a:lvl9pPr>
              <a:defRPr sz="202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5F9"/>
                </a:solidFill>
              </a:defRPr>
            </a:pPr>
            <a:r>
              <a:rPr sz="2025" b="0">
                <a:solidFill>
                  <a:srgbClr val="F1F5F9"/>
                </a:solidFill>
              </a:rPr>
              <a:t>ps  →  tareas y estados     free  →  heap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4EB11-2A1B-4A79-93B4-B764B3AF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1F5F9"/>
                </a:solidFill>
              </a:defRPr>
            </a:defPPr>
            <a:lvl1pPr>
              <a:defRPr sz="2025" b="0">
                <a:solidFill>
                  <a:srgbClr val="F1F5F9"/>
                </a:solidFill>
              </a:defRPr>
            </a:lvl1pPr>
            <a:lvl2pPr>
              <a:defRPr sz="2025" b="0">
                <a:solidFill>
                  <a:srgbClr val="F1F5F9"/>
                </a:solidFill>
              </a:defRPr>
            </a:lvl2pPr>
            <a:lvl3pPr>
              <a:defRPr sz="2025" b="0">
                <a:solidFill>
                  <a:srgbClr val="F1F5F9"/>
                </a:solidFill>
              </a:defRPr>
            </a:lvl3pPr>
            <a:lvl4pPr>
              <a:defRPr sz="2025" b="0">
                <a:solidFill>
                  <a:srgbClr val="F1F5F9"/>
                </a:solidFill>
              </a:defRPr>
            </a:lvl4pPr>
            <a:lvl5pPr>
              <a:defRPr sz="2025" b="0">
                <a:solidFill>
                  <a:srgbClr val="F1F5F9"/>
                </a:solidFill>
              </a:defRPr>
            </a:lvl5pPr>
            <a:lvl6pPr>
              <a:defRPr sz="2025" b="0">
                <a:solidFill>
                  <a:srgbClr val="F1F5F9"/>
                </a:solidFill>
              </a:defRPr>
            </a:lvl6pPr>
            <a:lvl7pPr>
              <a:defRPr sz="2025" b="0">
                <a:solidFill>
                  <a:srgbClr val="F1F5F9"/>
                </a:solidFill>
              </a:defRPr>
            </a:lvl7pPr>
            <a:lvl8pPr>
              <a:defRPr sz="2025" b="0">
                <a:solidFill>
                  <a:srgbClr val="F1F5F9"/>
                </a:solidFill>
              </a:defRPr>
            </a:lvl8pPr>
            <a:lvl9pPr>
              <a:defRPr sz="202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5F9"/>
                </a:solidFill>
              </a:defRPr>
            </a:pPr>
            <a:r>
              <a:rPr sz="2025" b="0">
                <a:solidFill>
                  <a:srgbClr val="F1F5F9"/>
                </a:solidFill>
              </a:rPr>
              <a:t>Plan B: reproducción de UART etiquetada como grabación</a:t>
            </a:r>
          </a:p>
        </p:txBody>
      </p:sp>
    </p:spTree>
    <p:extLst>
      <p:ext uri="{BB962C8B-B14F-4D97-AF65-F5344CB8AC3E}">
        <p14:creationId xmlns:p14="http://schemas.microsoft.com/office/powerpoint/2010/main" val="25189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FC7C8-D6C3-4976-8559-42E87666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F8A8D-1EC8-45BD-AEC5-EB9F24EA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Demo: inyectar y detectar un deadlock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FFAB9-38D0-4202-A7F9-FD22C8DB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06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F1C8C-94AD-41E2-8D0D-314B194D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1F5F9"/>
                </a:solidFill>
              </a:defRPr>
            </a:defPPr>
            <a:lvl1pPr>
              <a:defRPr sz="2100" b="0">
                <a:solidFill>
                  <a:srgbClr val="F1F5F9"/>
                </a:solidFill>
              </a:defRPr>
            </a:lvl1pPr>
            <a:lvl2pPr>
              <a:defRPr sz="2100" b="0">
                <a:solidFill>
                  <a:srgbClr val="F1F5F9"/>
                </a:solidFill>
              </a:defRPr>
            </a:lvl2pPr>
            <a:lvl3pPr>
              <a:defRPr sz="2100" b="0">
                <a:solidFill>
                  <a:srgbClr val="F1F5F9"/>
                </a:solidFill>
              </a:defRPr>
            </a:lvl3pPr>
            <a:lvl4pPr>
              <a:defRPr sz="2100" b="0">
                <a:solidFill>
                  <a:srgbClr val="F1F5F9"/>
                </a:solidFill>
              </a:defRPr>
            </a:lvl4pPr>
            <a:lvl5pPr>
              <a:defRPr sz="2100" b="0">
                <a:solidFill>
                  <a:srgbClr val="F1F5F9"/>
                </a:solidFill>
              </a:defRPr>
            </a:lvl5pPr>
            <a:lvl6pPr>
              <a:defRPr sz="2100" b="0">
                <a:solidFill>
                  <a:srgbClr val="F1F5F9"/>
                </a:solidFill>
              </a:defRPr>
            </a:lvl6pPr>
            <a:lvl7pPr>
              <a:defRPr sz="2100" b="0">
                <a:solidFill>
                  <a:srgbClr val="F1F5F9"/>
                </a:solidFill>
              </a:defRPr>
            </a:lvl7pPr>
            <a:lvl8pPr>
              <a:defRPr sz="2100" b="0">
                <a:solidFill>
                  <a:srgbClr val="F1F5F9"/>
                </a:solidFill>
              </a:defRPr>
            </a:lvl8pPr>
            <a:lvl9pPr>
              <a:defRPr sz="210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F5F9"/>
                </a:solidFill>
              </a:defRPr>
            </a:pPr>
            <a:r>
              <a:rPr sz="2100" b="0">
                <a:solidFill>
                  <a:srgbClr val="F1F5F9"/>
                </a:solidFill>
              </a:rPr>
              <a:t>inject deadlock  →  dos tareas esperan mutexes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9B3E6-F9C5-406A-A82A-7E5687C1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1F5F9"/>
                </a:solidFill>
              </a:defRPr>
            </a:defPPr>
            <a:lvl1pPr>
              <a:defRPr sz="2100" b="0">
                <a:solidFill>
                  <a:srgbClr val="F1F5F9"/>
                </a:solidFill>
              </a:defRPr>
            </a:lvl1pPr>
            <a:lvl2pPr>
              <a:defRPr sz="2100" b="0">
                <a:solidFill>
                  <a:srgbClr val="F1F5F9"/>
                </a:solidFill>
              </a:defRPr>
            </a:lvl2pPr>
            <a:lvl3pPr>
              <a:defRPr sz="2100" b="0">
                <a:solidFill>
                  <a:srgbClr val="F1F5F9"/>
                </a:solidFill>
              </a:defRPr>
            </a:lvl3pPr>
            <a:lvl4pPr>
              <a:defRPr sz="2100" b="0">
                <a:solidFill>
                  <a:srgbClr val="F1F5F9"/>
                </a:solidFill>
              </a:defRPr>
            </a:lvl4pPr>
            <a:lvl5pPr>
              <a:defRPr sz="2100" b="0">
                <a:solidFill>
                  <a:srgbClr val="F1F5F9"/>
                </a:solidFill>
              </a:defRPr>
            </a:lvl5pPr>
            <a:lvl6pPr>
              <a:defRPr sz="2100" b="0">
                <a:solidFill>
                  <a:srgbClr val="F1F5F9"/>
                </a:solidFill>
              </a:defRPr>
            </a:lvl6pPr>
            <a:lvl7pPr>
              <a:defRPr sz="2100" b="0">
                <a:solidFill>
                  <a:srgbClr val="F1F5F9"/>
                </a:solidFill>
              </a:defRPr>
            </a:lvl7pPr>
            <a:lvl8pPr>
              <a:defRPr sz="2100" b="0">
                <a:solidFill>
                  <a:srgbClr val="F1F5F9"/>
                </a:solidFill>
              </a:defRPr>
            </a:lvl8pPr>
            <a:lvl9pPr>
              <a:defRPr sz="210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F5F9"/>
                </a:solidFill>
              </a:defRPr>
            </a:pPr>
            <a:r>
              <a:rPr sz="2100" b="0">
                <a:solidFill>
                  <a:srgbClr val="F1F5F9"/>
                </a:solidFill>
              </a:rPr>
              <a:t>graph  →  ciclo 5 → 6 →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26A4-89BE-46E3-ACF4-F10910E8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1F5F9"/>
                </a:solidFill>
              </a:defRPr>
            </a:defPPr>
            <a:lvl1pPr>
              <a:defRPr sz="2100" b="0">
                <a:solidFill>
                  <a:srgbClr val="F1F5F9"/>
                </a:solidFill>
              </a:defRPr>
            </a:lvl1pPr>
            <a:lvl2pPr>
              <a:defRPr sz="2100" b="0">
                <a:solidFill>
                  <a:srgbClr val="F1F5F9"/>
                </a:solidFill>
              </a:defRPr>
            </a:lvl2pPr>
            <a:lvl3pPr>
              <a:defRPr sz="2100" b="0">
                <a:solidFill>
                  <a:srgbClr val="F1F5F9"/>
                </a:solidFill>
              </a:defRPr>
            </a:lvl3pPr>
            <a:lvl4pPr>
              <a:defRPr sz="2100" b="0">
                <a:solidFill>
                  <a:srgbClr val="F1F5F9"/>
                </a:solidFill>
              </a:defRPr>
            </a:lvl4pPr>
            <a:lvl5pPr>
              <a:defRPr sz="2100" b="0">
                <a:solidFill>
                  <a:srgbClr val="F1F5F9"/>
                </a:solidFill>
              </a:defRPr>
            </a:lvl5pPr>
            <a:lvl6pPr>
              <a:defRPr sz="2100" b="0">
                <a:solidFill>
                  <a:srgbClr val="F1F5F9"/>
                </a:solidFill>
              </a:defRPr>
            </a:lvl6pPr>
            <a:lvl7pPr>
              <a:defRPr sz="2100" b="0">
                <a:solidFill>
                  <a:srgbClr val="F1F5F9"/>
                </a:solidFill>
              </a:defRPr>
            </a:lvl7pPr>
            <a:lvl8pPr>
              <a:defRPr sz="2100" b="0">
                <a:solidFill>
                  <a:srgbClr val="F1F5F9"/>
                </a:solidFill>
              </a:defRPr>
            </a:lvl8pPr>
            <a:lvl9pPr>
              <a:defRPr sz="210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F5F9"/>
                </a:solidFill>
              </a:defRPr>
            </a:pPr>
            <a:r>
              <a:rPr sz="2100" b="0">
                <a:solidFill>
                  <a:srgbClr val="F1F5F9"/>
                </a:solidFill>
              </a:rPr>
              <a:t>inject stop deadlock  →  escenario limpiado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276B4-03FD-451B-99C2-35905341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7D3C2"/>
                </a:solidFill>
              </a:defRPr>
            </a:defPPr>
            <a:lvl1pPr>
              <a:defRPr sz="2250" b="1">
                <a:solidFill>
                  <a:srgbClr val="57D3C2"/>
                </a:solidFill>
              </a:defRPr>
            </a:lvl1pPr>
            <a:lvl2pPr>
              <a:defRPr sz="2250" b="1">
                <a:solidFill>
                  <a:srgbClr val="57D3C2"/>
                </a:solidFill>
              </a:defRPr>
            </a:lvl2pPr>
            <a:lvl3pPr>
              <a:defRPr sz="2250" b="1">
                <a:solidFill>
                  <a:srgbClr val="57D3C2"/>
                </a:solidFill>
              </a:defRPr>
            </a:lvl3pPr>
            <a:lvl4pPr>
              <a:defRPr sz="2250" b="1">
                <a:solidFill>
                  <a:srgbClr val="57D3C2"/>
                </a:solidFill>
              </a:defRPr>
            </a:lvl4pPr>
            <a:lvl5pPr>
              <a:defRPr sz="2250" b="1">
                <a:solidFill>
                  <a:srgbClr val="57D3C2"/>
                </a:solidFill>
              </a:defRPr>
            </a:lvl5pPr>
            <a:lvl6pPr>
              <a:defRPr sz="2250" b="1">
                <a:solidFill>
                  <a:srgbClr val="57D3C2"/>
                </a:solidFill>
              </a:defRPr>
            </a:lvl6pPr>
            <a:lvl7pPr>
              <a:defRPr sz="2250" b="1">
                <a:solidFill>
                  <a:srgbClr val="57D3C2"/>
                </a:solidFill>
              </a:defRPr>
            </a:lvl7pPr>
            <a:lvl8pPr>
              <a:defRPr sz="2250" b="1">
                <a:solidFill>
                  <a:srgbClr val="57D3C2"/>
                </a:solidFill>
              </a:defRPr>
            </a:lvl8pPr>
            <a:lvl9pPr>
              <a:defRPr sz="2250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7D3C2"/>
                </a:solidFill>
              </a:defRPr>
            </a:pPr>
            <a:r>
              <a:rPr sz="2250" b="1">
                <a:solidFill>
                  <a:srgbClr val="57D3C2"/>
                </a:solidFill>
              </a:rPr>
              <a:t>20 alertas en 20 inyecciones E11</a:t>
            </a:r>
          </a:p>
        </p:txBody>
      </p:sp>
    </p:spTree>
    <p:extLst>
      <p:ext uri="{BB962C8B-B14F-4D97-AF65-F5344CB8AC3E}">
        <p14:creationId xmlns:p14="http://schemas.microsoft.com/office/powerpoint/2010/main" val="1153723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C8EDC-449C-4906-92C8-E126D934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73509-59B3-49F4-AAC9-ACAEB14C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Cómo se midió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6979C-AF8A-4870-8A09-2EF1E757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07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0BBCB-6CD1-472F-B4FA-1B2841F6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1F5F9"/>
                </a:solidFill>
              </a:defRPr>
            </a:defPPr>
            <a:lvl1pPr>
              <a:defRPr sz="1950" b="0">
                <a:solidFill>
                  <a:srgbClr val="F1F5F9"/>
                </a:solidFill>
              </a:defRPr>
            </a:lvl1pPr>
            <a:lvl2pPr>
              <a:defRPr sz="1950" b="0">
                <a:solidFill>
                  <a:srgbClr val="F1F5F9"/>
                </a:solidFill>
              </a:defRPr>
            </a:lvl2pPr>
            <a:lvl3pPr>
              <a:defRPr sz="1950" b="0">
                <a:solidFill>
                  <a:srgbClr val="F1F5F9"/>
                </a:solidFill>
              </a:defRPr>
            </a:lvl3pPr>
            <a:lvl4pPr>
              <a:defRPr sz="1950" b="0">
                <a:solidFill>
                  <a:srgbClr val="F1F5F9"/>
                </a:solidFill>
              </a:defRPr>
            </a:lvl4pPr>
            <a:lvl5pPr>
              <a:defRPr sz="1950" b="0">
                <a:solidFill>
                  <a:srgbClr val="F1F5F9"/>
                </a:solidFill>
              </a:defRPr>
            </a:lvl5pPr>
            <a:lvl6pPr>
              <a:defRPr sz="1950" b="0">
                <a:solidFill>
                  <a:srgbClr val="F1F5F9"/>
                </a:solidFill>
              </a:defRPr>
            </a:lvl6pPr>
            <a:lvl7pPr>
              <a:defRPr sz="1950" b="0">
                <a:solidFill>
                  <a:srgbClr val="F1F5F9"/>
                </a:solidFill>
              </a:defRPr>
            </a:lvl7pPr>
            <a:lvl8pPr>
              <a:defRPr sz="1950" b="0">
                <a:solidFill>
                  <a:srgbClr val="F1F5F9"/>
                </a:solidFill>
              </a:defRPr>
            </a:lvl8pPr>
            <a:lvl9pPr>
              <a:defRPr sz="195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1F5F9"/>
                </a:solidFill>
              </a:defRPr>
            </a:pPr>
            <a:r>
              <a:rPr sz="1950" b="0">
                <a:solidFill>
                  <a:srgbClr val="F1F5F9"/>
                </a:solidFill>
              </a:rPr>
              <a:t>5 corridas por condición comparable; UART crudo + 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C6016-D534-4961-998A-C78722E5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1F5F9"/>
                </a:solidFill>
              </a:defRPr>
            </a:defPPr>
            <a:lvl1pPr>
              <a:defRPr sz="1950" b="0">
                <a:solidFill>
                  <a:srgbClr val="F1F5F9"/>
                </a:solidFill>
              </a:defRPr>
            </a:lvl1pPr>
            <a:lvl2pPr>
              <a:defRPr sz="1950" b="0">
                <a:solidFill>
                  <a:srgbClr val="F1F5F9"/>
                </a:solidFill>
              </a:defRPr>
            </a:lvl2pPr>
            <a:lvl3pPr>
              <a:defRPr sz="1950" b="0">
                <a:solidFill>
                  <a:srgbClr val="F1F5F9"/>
                </a:solidFill>
              </a:defRPr>
            </a:lvl3pPr>
            <a:lvl4pPr>
              <a:defRPr sz="1950" b="0">
                <a:solidFill>
                  <a:srgbClr val="F1F5F9"/>
                </a:solidFill>
              </a:defRPr>
            </a:lvl4pPr>
            <a:lvl5pPr>
              <a:defRPr sz="1950" b="0">
                <a:solidFill>
                  <a:srgbClr val="F1F5F9"/>
                </a:solidFill>
              </a:defRPr>
            </a:lvl5pPr>
            <a:lvl6pPr>
              <a:defRPr sz="1950" b="0">
                <a:solidFill>
                  <a:srgbClr val="F1F5F9"/>
                </a:solidFill>
              </a:defRPr>
            </a:lvl6pPr>
            <a:lvl7pPr>
              <a:defRPr sz="1950" b="0">
                <a:solidFill>
                  <a:srgbClr val="F1F5F9"/>
                </a:solidFill>
              </a:defRPr>
            </a:lvl7pPr>
            <a:lvl8pPr>
              <a:defRPr sz="1950" b="0">
                <a:solidFill>
                  <a:srgbClr val="F1F5F9"/>
                </a:solidFill>
              </a:defRPr>
            </a:lvl8pPr>
            <a:lvl9pPr>
              <a:defRPr sz="195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1F5F9"/>
                </a:solidFill>
              </a:defRPr>
            </a:pPr>
            <a:r>
              <a:rPr sz="1950" b="0">
                <a:solidFill>
                  <a:srgbClr val="F1F5F9"/>
                </a:solidFill>
              </a:rPr>
              <a:t>57 940 switches nominales emparejados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4800D-C621-480F-9CFB-D1D1D113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1F5F9"/>
                </a:solidFill>
              </a:defRPr>
            </a:defPPr>
            <a:lvl1pPr>
              <a:defRPr sz="1950" b="0">
                <a:solidFill>
                  <a:srgbClr val="F1F5F9"/>
                </a:solidFill>
              </a:defRPr>
            </a:lvl1pPr>
            <a:lvl2pPr>
              <a:defRPr sz="1950" b="0">
                <a:solidFill>
                  <a:srgbClr val="F1F5F9"/>
                </a:solidFill>
              </a:defRPr>
            </a:lvl2pPr>
            <a:lvl3pPr>
              <a:defRPr sz="1950" b="0">
                <a:solidFill>
                  <a:srgbClr val="F1F5F9"/>
                </a:solidFill>
              </a:defRPr>
            </a:lvl3pPr>
            <a:lvl4pPr>
              <a:defRPr sz="1950" b="0">
                <a:solidFill>
                  <a:srgbClr val="F1F5F9"/>
                </a:solidFill>
              </a:defRPr>
            </a:lvl4pPr>
            <a:lvl5pPr>
              <a:defRPr sz="1950" b="0">
                <a:solidFill>
                  <a:srgbClr val="F1F5F9"/>
                </a:solidFill>
              </a:defRPr>
            </a:lvl5pPr>
            <a:lvl6pPr>
              <a:defRPr sz="1950" b="0">
                <a:solidFill>
                  <a:srgbClr val="F1F5F9"/>
                </a:solidFill>
              </a:defRPr>
            </a:lvl6pPr>
            <a:lvl7pPr>
              <a:defRPr sz="1950" b="0">
                <a:solidFill>
                  <a:srgbClr val="F1F5F9"/>
                </a:solidFill>
              </a:defRPr>
            </a:lvl7pPr>
            <a:lvl8pPr>
              <a:defRPr sz="1950" b="0">
                <a:solidFill>
                  <a:srgbClr val="F1F5F9"/>
                </a:solidFill>
              </a:defRPr>
            </a:lvl8pPr>
            <a:lvl9pPr>
              <a:defRPr sz="195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1F5F9"/>
                </a:solidFill>
              </a:defRPr>
            </a:pPr>
            <a:r>
              <a:rPr sz="1950" b="0">
                <a:solidFill>
                  <a:srgbClr val="F1F5F9"/>
                </a:solidFill>
              </a:rPr>
              <a:t>20 inyecciones; una hora continua sin inyección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BF83D-223D-40D6-A1EF-E48FD9BE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1F5F9"/>
                </a:solidFill>
              </a:defRPr>
            </a:defPPr>
            <a:lvl1pPr>
              <a:defRPr sz="1950" b="0">
                <a:solidFill>
                  <a:srgbClr val="F1F5F9"/>
                </a:solidFill>
              </a:defRPr>
            </a:lvl1pPr>
            <a:lvl2pPr>
              <a:defRPr sz="1950" b="0">
                <a:solidFill>
                  <a:srgbClr val="F1F5F9"/>
                </a:solidFill>
              </a:defRPr>
            </a:lvl2pPr>
            <a:lvl3pPr>
              <a:defRPr sz="1950" b="0">
                <a:solidFill>
                  <a:srgbClr val="F1F5F9"/>
                </a:solidFill>
              </a:defRPr>
            </a:lvl3pPr>
            <a:lvl4pPr>
              <a:defRPr sz="1950" b="0">
                <a:solidFill>
                  <a:srgbClr val="F1F5F9"/>
                </a:solidFill>
              </a:defRPr>
            </a:lvl4pPr>
            <a:lvl5pPr>
              <a:defRPr sz="1950" b="0">
                <a:solidFill>
                  <a:srgbClr val="F1F5F9"/>
                </a:solidFill>
              </a:defRPr>
            </a:lvl5pPr>
            <a:lvl6pPr>
              <a:defRPr sz="1950" b="0">
                <a:solidFill>
                  <a:srgbClr val="F1F5F9"/>
                </a:solidFill>
              </a:defRPr>
            </a:lvl6pPr>
            <a:lvl7pPr>
              <a:defRPr sz="1950" b="0">
                <a:solidFill>
                  <a:srgbClr val="F1F5F9"/>
                </a:solidFill>
              </a:defRPr>
            </a:lvl7pPr>
            <a:lvl8pPr>
              <a:defRPr sz="1950" b="0">
                <a:solidFill>
                  <a:srgbClr val="F1F5F9"/>
                </a:solidFill>
              </a:defRPr>
            </a:lvl8pPr>
            <a:lvl9pPr>
              <a:defRPr sz="195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1F5F9"/>
                </a:solidFill>
              </a:defRPr>
            </a:pPr>
            <a:r>
              <a:rPr sz="1950" b="0">
                <a:solidFill>
                  <a:srgbClr val="F1F5F9"/>
                </a:solidFill>
              </a:rPr>
              <a:t>σ entre corridas; atípicos y fallos de enlace conservados</a:t>
            </a:r>
          </a:p>
        </p:txBody>
      </p:sp>
    </p:spTree>
    <p:extLst>
      <p:ext uri="{BB962C8B-B14F-4D97-AF65-F5344CB8AC3E}">
        <p14:creationId xmlns:p14="http://schemas.microsoft.com/office/powerpoint/2010/main" val="1419767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F8A5A-C69D-4638-9637-1BC65194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43AF6-481F-4470-AB86-EA3F14F2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Resultados principales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20544-FC87-4D0A-8DCB-8292905B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08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B4F13-33B0-46F5-9A35-88D72FE6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1F5F9"/>
                </a:solidFill>
              </a:defRPr>
            </a:defPPr>
            <a:lvl1pPr>
              <a:defRPr sz="2025" b="0">
                <a:solidFill>
                  <a:srgbClr val="F1F5F9"/>
                </a:solidFill>
              </a:defRPr>
            </a:lvl1pPr>
            <a:lvl2pPr>
              <a:defRPr sz="2025" b="0">
                <a:solidFill>
                  <a:srgbClr val="F1F5F9"/>
                </a:solidFill>
              </a:defRPr>
            </a:lvl2pPr>
            <a:lvl3pPr>
              <a:defRPr sz="2025" b="0">
                <a:solidFill>
                  <a:srgbClr val="F1F5F9"/>
                </a:solidFill>
              </a:defRPr>
            </a:lvl3pPr>
            <a:lvl4pPr>
              <a:defRPr sz="2025" b="0">
                <a:solidFill>
                  <a:srgbClr val="F1F5F9"/>
                </a:solidFill>
              </a:defRPr>
            </a:lvl4pPr>
            <a:lvl5pPr>
              <a:defRPr sz="2025" b="0">
                <a:solidFill>
                  <a:srgbClr val="F1F5F9"/>
                </a:solidFill>
              </a:defRPr>
            </a:lvl5pPr>
            <a:lvl6pPr>
              <a:defRPr sz="2025" b="0">
                <a:solidFill>
                  <a:srgbClr val="F1F5F9"/>
                </a:solidFill>
              </a:defRPr>
            </a:lvl6pPr>
            <a:lvl7pPr>
              <a:defRPr sz="2025" b="0">
                <a:solidFill>
                  <a:srgbClr val="F1F5F9"/>
                </a:solidFill>
              </a:defRPr>
            </a:lvl7pPr>
            <a:lvl8pPr>
              <a:defRPr sz="2025" b="0">
                <a:solidFill>
                  <a:srgbClr val="F1F5F9"/>
                </a:solidFill>
              </a:defRPr>
            </a:lvl8pPr>
            <a:lvl9pPr>
              <a:defRPr sz="202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5F9"/>
                </a:solidFill>
              </a:defRPr>
            </a:pPr>
            <a:r>
              <a:rPr sz="2025" b="0">
                <a:solidFill>
                  <a:srgbClr val="F1F5F9"/>
                </a:solidFill>
              </a:rPr>
              <a:t>Switch observado: 22,355 ± 0,223 µs  →  S1 falla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028C7-AD68-4098-9F0D-B45466B9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1F5F9"/>
                </a:solidFill>
              </a:defRPr>
            </a:defPPr>
            <a:lvl1pPr>
              <a:defRPr sz="2025" b="0">
                <a:solidFill>
                  <a:srgbClr val="F1F5F9"/>
                </a:solidFill>
              </a:defRPr>
            </a:lvl1pPr>
            <a:lvl2pPr>
              <a:defRPr sz="2025" b="0">
                <a:solidFill>
                  <a:srgbClr val="F1F5F9"/>
                </a:solidFill>
              </a:defRPr>
            </a:lvl2pPr>
            <a:lvl3pPr>
              <a:defRPr sz="2025" b="0">
                <a:solidFill>
                  <a:srgbClr val="F1F5F9"/>
                </a:solidFill>
              </a:defRPr>
            </a:lvl3pPr>
            <a:lvl4pPr>
              <a:defRPr sz="2025" b="0">
                <a:solidFill>
                  <a:srgbClr val="F1F5F9"/>
                </a:solidFill>
              </a:defRPr>
            </a:lvl4pPr>
            <a:lvl5pPr>
              <a:defRPr sz="2025" b="0">
                <a:solidFill>
                  <a:srgbClr val="F1F5F9"/>
                </a:solidFill>
              </a:defRPr>
            </a:lvl5pPr>
            <a:lvl6pPr>
              <a:defRPr sz="2025" b="0">
                <a:solidFill>
                  <a:srgbClr val="F1F5F9"/>
                </a:solidFill>
              </a:defRPr>
            </a:lvl6pPr>
            <a:lvl7pPr>
              <a:defRPr sz="2025" b="0">
                <a:solidFill>
                  <a:srgbClr val="F1F5F9"/>
                </a:solidFill>
              </a:defRPr>
            </a:lvl7pPr>
            <a:lvl8pPr>
              <a:defRPr sz="2025" b="0">
                <a:solidFill>
                  <a:srgbClr val="F1F5F9"/>
                </a:solidFill>
              </a:defRPr>
            </a:lvl8pPr>
            <a:lvl9pPr>
              <a:defRPr sz="202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5F9"/>
                </a:solidFill>
              </a:defRPr>
            </a:pPr>
            <a:r>
              <a:rPr sz="2025" b="0">
                <a:solidFill>
                  <a:srgbClr val="F1F5F9"/>
                </a:solidFill>
              </a:rPr>
              <a:t>TRACE: +1,285 ± 0,009 puntos de CPU  →  S2 cumple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0AAE3-6F91-497F-9D24-AB025F12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1F5F9"/>
                </a:solidFill>
              </a:defRPr>
            </a:defPPr>
            <a:lvl1pPr>
              <a:defRPr sz="2025" b="0">
                <a:solidFill>
                  <a:srgbClr val="F1F5F9"/>
                </a:solidFill>
              </a:defRPr>
            </a:lvl1pPr>
            <a:lvl2pPr>
              <a:defRPr sz="2025" b="0">
                <a:solidFill>
                  <a:srgbClr val="F1F5F9"/>
                </a:solidFill>
              </a:defRPr>
            </a:lvl2pPr>
            <a:lvl3pPr>
              <a:defRPr sz="2025" b="0">
                <a:solidFill>
                  <a:srgbClr val="F1F5F9"/>
                </a:solidFill>
              </a:defRPr>
            </a:lvl3pPr>
            <a:lvl4pPr>
              <a:defRPr sz="2025" b="0">
                <a:solidFill>
                  <a:srgbClr val="F1F5F9"/>
                </a:solidFill>
              </a:defRPr>
            </a:lvl4pPr>
            <a:lvl5pPr>
              <a:defRPr sz="2025" b="0">
                <a:solidFill>
                  <a:srgbClr val="F1F5F9"/>
                </a:solidFill>
              </a:defRPr>
            </a:lvl5pPr>
            <a:lvl6pPr>
              <a:defRPr sz="2025" b="0">
                <a:solidFill>
                  <a:srgbClr val="F1F5F9"/>
                </a:solidFill>
              </a:defRPr>
            </a:lvl6pPr>
            <a:lvl7pPr>
              <a:defRPr sz="2025" b="0">
                <a:solidFill>
                  <a:srgbClr val="F1F5F9"/>
                </a:solidFill>
              </a:defRPr>
            </a:lvl7pPr>
            <a:lvl8pPr>
              <a:defRPr sz="2025" b="0">
                <a:solidFill>
                  <a:srgbClr val="F1F5F9"/>
                </a:solidFill>
              </a:defRPr>
            </a:lvl8pPr>
            <a:lvl9pPr>
              <a:defRPr sz="202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5F9"/>
                </a:solidFill>
              </a:defRPr>
            </a:pPr>
            <a:r>
              <a:rPr sz="2025" b="0">
                <a:solidFill>
                  <a:srgbClr val="F1F5F9"/>
                </a:solidFill>
              </a:rPr>
              <a:t>Deadlock: 20/20; 320,862 ± 158,026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27D9F-99C1-43A1-AB62-BC512F50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1F5F9"/>
                </a:solidFill>
              </a:defRPr>
            </a:defPPr>
            <a:lvl1pPr>
              <a:defRPr sz="2025" b="0">
                <a:solidFill>
                  <a:srgbClr val="F1F5F9"/>
                </a:solidFill>
              </a:defRPr>
            </a:lvl1pPr>
            <a:lvl2pPr>
              <a:defRPr sz="2025" b="0">
                <a:solidFill>
                  <a:srgbClr val="F1F5F9"/>
                </a:solidFill>
              </a:defRPr>
            </a:lvl2pPr>
            <a:lvl3pPr>
              <a:defRPr sz="2025" b="0">
                <a:solidFill>
                  <a:srgbClr val="F1F5F9"/>
                </a:solidFill>
              </a:defRPr>
            </a:lvl3pPr>
            <a:lvl4pPr>
              <a:defRPr sz="2025" b="0">
                <a:solidFill>
                  <a:srgbClr val="F1F5F9"/>
                </a:solidFill>
              </a:defRPr>
            </a:lvl4pPr>
            <a:lvl5pPr>
              <a:defRPr sz="2025" b="0">
                <a:solidFill>
                  <a:srgbClr val="F1F5F9"/>
                </a:solidFill>
              </a:defRPr>
            </a:lvl5pPr>
            <a:lvl6pPr>
              <a:defRPr sz="2025" b="0">
                <a:solidFill>
                  <a:srgbClr val="F1F5F9"/>
                </a:solidFill>
              </a:defRPr>
            </a:lvl6pPr>
            <a:lvl7pPr>
              <a:defRPr sz="2025" b="0">
                <a:solidFill>
                  <a:srgbClr val="F1F5F9"/>
                </a:solidFill>
              </a:defRPr>
            </a:lvl7pPr>
            <a:lvl8pPr>
              <a:defRPr sz="2025" b="0">
                <a:solidFill>
                  <a:srgbClr val="F1F5F9"/>
                </a:solidFill>
              </a:defRPr>
            </a:lvl8pPr>
            <a:lvl9pPr>
              <a:defRPr sz="202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5F9"/>
                </a:solidFill>
              </a:defRPr>
            </a:pPr>
            <a:r>
              <a:rPr sz="2025" b="0">
                <a:solidFill>
                  <a:srgbClr val="F1F5F9"/>
                </a:solidFill>
              </a:rPr>
              <a:t>Falsas alertas: 0 en 3608,872 s</a:t>
            </a:r>
          </a:p>
        </p:txBody>
      </p:sp>
    </p:spTree>
    <p:extLst>
      <p:ext uri="{BB962C8B-B14F-4D97-AF65-F5344CB8AC3E}">
        <p14:creationId xmlns:p14="http://schemas.microsoft.com/office/powerpoint/2010/main" val="2062430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A1DC8-C636-41FC-8119-74BEFCF7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7BD41-5AE6-4999-8FE3-22D5F15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Distribución de cambio de 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F3546-A47C-41C8-8F43-1A95984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09 / 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8C01A-416F-4348-8A62-7959D63BD6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0a0cda6e745ac"/>
          <a:stretch xmlns:a="http://schemas.openxmlformats.org/drawingml/2006/main"/>
        </p:blipFill>
        <p:spPr>
          <a:xfrm xmlns:a="http://schemas.openxmlformats.org/drawingml/2006/main">
            <a:off x="2495550" y="1666875"/>
            <a:ext cx="72009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22959-E5FC-4E82-80A1-837A2E6B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6262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B26E"/>
                </a:solidFill>
              </a:defRPr>
            </a:defPPr>
            <a:lvl1pPr>
              <a:defRPr sz="1725" b="1">
                <a:solidFill>
                  <a:srgbClr val="FFB26E"/>
                </a:solidFill>
              </a:defRPr>
            </a:lvl1pPr>
            <a:lvl2pPr>
              <a:defRPr sz="1725" b="1">
                <a:solidFill>
                  <a:srgbClr val="FFB26E"/>
                </a:solidFill>
              </a:defRPr>
            </a:lvl2pPr>
            <a:lvl3pPr>
              <a:defRPr sz="1725" b="1">
                <a:solidFill>
                  <a:srgbClr val="FFB26E"/>
                </a:solidFill>
              </a:defRPr>
            </a:lvl3pPr>
            <a:lvl4pPr>
              <a:defRPr sz="1725" b="1">
                <a:solidFill>
                  <a:srgbClr val="FFB26E"/>
                </a:solidFill>
              </a:defRPr>
            </a:lvl4pPr>
            <a:lvl5pPr>
              <a:defRPr sz="1725" b="1">
                <a:solidFill>
                  <a:srgbClr val="FFB26E"/>
                </a:solidFill>
              </a:defRPr>
            </a:lvl5pPr>
            <a:lvl6pPr>
              <a:defRPr sz="1725" b="1">
                <a:solidFill>
                  <a:srgbClr val="FFB26E"/>
                </a:solidFill>
              </a:defRPr>
            </a:lvl6pPr>
            <a:lvl7pPr>
              <a:defRPr sz="1725" b="1">
                <a:solidFill>
                  <a:srgbClr val="FFB26E"/>
                </a:solidFill>
              </a:defRPr>
            </a:lvl7pPr>
            <a:lvl8pPr>
              <a:defRPr sz="1725" b="1">
                <a:solidFill>
                  <a:srgbClr val="FFB26E"/>
                </a:solidFill>
              </a:defRPr>
            </a:lvl8pPr>
            <a:lvl9pPr>
              <a:defRPr sz="1725" b="1">
                <a:solidFill>
                  <a:srgbClr val="FFB26E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B26E"/>
                </a:solidFill>
              </a:defRPr>
            </a:pPr>
            <a:r>
              <a:rPr sz="1725" b="1">
                <a:solidFill>
                  <a:srgbClr val="FFB26E"/>
                </a:solidFill>
              </a:rPr>
              <a:t>Meta &lt;10 µs: no cumplida. Atípicos conservados.</a:t>
            </a:r>
          </a:p>
        </p:txBody>
      </p:sp>
    </p:spTree>
    <p:extLst>
      <p:ext uri="{BB962C8B-B14F-4D97-AF65-F5344CB8AC3E}">
        <p14:creationId xmlns:p14="http://schemas.microsoft.com/office/powerpoint/2010/main" val="1269922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FEB44-E7A7-42C5-BB0B-27500BD5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B506D-D70D-4FD0-84AF-492D5AB8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El efecto observador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B0A1D-8B86-45B5-AFBD-BC692E8E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10 / 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E6237-8246-45F5-9AEA-39BB01FFE8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20998b2844d2a"/>
          <a:stretch xmlns:a="http://schemas.openxmlformats.org/drawingml/2006/main"/>
        </p:blipFill>
        <p:spPr>
          <a:xfrm xmlns:a="http://schemas.openxmlformats.org/drawingml/2006/main">
            <a:off x="1452563" y="1619250"/>
            <a:ext cx="9286875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413D7-9D68-45F6-ACB8-0736E2E2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57D3C2"/>
                </a:solidFill>
              </a:defRPr>
            </a:defPPr>
            <a:lvl1pPr>
              <a:defRPr sz="1800" b="1">
                <a:solidFill>
                  <a:srgbClr val="57D3C2"/>
                </a:solidFill>
              </a:defRPr>
            </a:lvl1pPr>
            <a:lvl2pPr>
              <a:defRPr sz="1800" b="1">
                <a:solidFill>
                  <a:srgbClr val="57D3C2"/>
                </a:solidFill>
              </a:defRPr>
            </a:lvl2pPr>
            <a:lvl3pPr>
              <a:defRPr sz="1800" b="1">
                <a:solidFill>
                  <a:srgbClr val="57D3C2"/>
                </a:solidFill>
              </a:defRPr>
            </a:lvl3pPr>
            <a:lvl4pPr>
              <a:defRPr sz="1800" b="1">
                <a:solidFill>
                  <a:srgbClr val="57D3C2"/>
                </a:solidFill>
              </a:defRPr>
            </a:lvl4pPr>
            <a:lvl5pPr>
              <a:defRPr sz="1800" b="1">
                <a:solidFill>
                  <a:srgbClr val="57D3C2"/>
                </a:solidFill>
              </a:defRPr>
            </a:lvl5pPr>
            <a:lvl6pPr>
              <a:defRPr sz="1800" b="1">
                <a:solidFill>
                  <a:srgbClr val="57D3C2"/>
                </a:solidFill>
              </a:defRPr>
            </a:lvl6pPr>
            <a:lvl7pPr>
              <a:defRPr sz="1800" b="1">
                <a:solidFill>
                  <a:srgbClr val="57D3C2"/>
                </a:solidFill>
              </a:defRPr>
            </a:lvl7pPr>
            <a:lvl8pPr>
              <a:defRPr sz="1800" b="1">
                <a:solidFill>
                  <a:srgbClr val="57D3C2"/>
                </a:solidFill>
              </a:defRPr>
            </a:lvl8pPr>
            <a:lvl9pPr>
              <a:defRPr sz="1800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57D3C2"/>
                </a:solidFill>
              </a:defRPr>
            </a:pPr>
            <a:r>
              <a:rPr sz="1800" b="1">
                <a:solidFill>
                  <a:srgbClr val="57D3C2"/>
                </a:solidFill>
              </a:rPr>
              <a:t>109,111 ± 0,849 ciclos/evento incluyendo drenaje</a:t>
            </a:r>
          </a:p>
        </p:txBody>
      </p:sp>
    </p:spTree>
    <p:extLst>
      <p:ext uri="{BB962C8B-B14F-4D97-AF65-F5344CB8AC3E}">
        <p14:creationId xmlns:p14="http://schemas.microsoft.com/office/powerpoint/2010/main" val="19483284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D0069-8FE0-41B9-8C5A-C3A97AAE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38F5C-543C-460B-B03A-99F60D63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Límites y próximos experimentos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E01C9-74E3-41AE-A17D-B6E71B1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11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FB49E-9360-4522-BE21-41AC8958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572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1F5F9"/>
                </a:solidFill>
              </a:defRPr>
            </a:defPPr>
            <a:lvl1pPr>
              <a:defRPr sz="1875" b="0">
                <a:solidFill>
                  <a:srgbClr val="F1F5F9"/>
                </a:solidFill>
              </a:defRPr>
            </a:lvl1pPr>
            <a:lvl2pPr>
              <a:defRPr sz="1875" b="0">
                <a:solidFill>
                  <a:srgbClr val="F1F5F9"/>
                </a:solidFill>
              </a:defRPr>
            </a:lvl2pPr>
            <a:lvl3pPr>
              <a:defRPr sz="1875" b="0">
                <a:solidFill>
                  <a:srgbClr val="F1F5F9"/>
                </a:solidFill>
              </a:defRPr>
            </a:lvl3pPr>
            <a:lvl4pPr>
              <a:defRPr sz="1875" b="0">
                <a:solidFill>
                  <a:srgbClr val="F1F5F9"/>
                </a:solidFill>
              </a:defRPr>
            </a:lvl4pPr>
            <a:lvl5pPr>
              <a:defRPr sz="1875" b="0">
                <a:solidFill>
                  <a:srgbClr val="F1F5F9"/>
                </a:solidFill>
              </a:defRPr>
            </a:lvl5pPr>
            <a:lvl6pPr>
              <a:defRPr sz="1875" b="0">
                <a:solidFill>
                  <a:srgbClr val="F1F5F9"/>
                </a:solidFill>
              </a:defRPr>
            </a:lvl6pPr>
            <a:lvl7pPr>
              <a:defRPr sz="1875" b="0">
                <a:solidFill>
                  <a:srgbClr val="F1F5F9"/>
                </a:solidFill>
              </a:defRPr>
            </a:lvl7pPr>
            <a:lvl8pPr>
              <a:defRPr sz="1875" b="0">
                <a:solidFill>
                  <a:srgbClr val="F1F5F9"/>
                </a:solidFill>
              </a:defRPr>
            </a:lvl8pPr>
            <a:lvl9pPr>
              <a:defRPr sz="187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1F5F9"/>
                </a:solidFill>
              </a:defRPr>
            </a:pPr>
            <a:r>
              <a:rPr sz="1875" b="0">
                <a:solidFill>
                  <a:srgbClr val="F1F5F9"/>
                </a:solidFill>
              </a:rPr>
              <a:t>Sin MMU, RAMFS persistente ni herencia de prioridad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1EDC3-A539-44CE-85D6-26FA5558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572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1F5F9"/>
                </a:solidFill>
              </a:defRPr>
            </a:defPPr>
            <a:lvl1pPr>
              <a:defRPr sz="1875" b="0">
                <a:solidFill>
                  <a:srgbClr val="F1F5F9"/>
                </a:solidFill>
              </a:defRPr>
            </a:lvl1pPr>
            <a:lvl2pPr>
              <a:defRPr sz="1875" b="0">
                <a:solidFill>
                  <a:srgbClr val="F1F5F9"/>
                </a:solidFill>
              </a:defRPr>
            </a:lvl2pPr>
            <a:lvl3pPr>
              <a:defRPr sz="1875" b="0">
                <a:solidFill>
                  <a:srgbClr val="F1F5F9"/>
                </a:solidFill>
              </a:defRPr>
            </a:lvl3pPr>
            <a:lvl4pPr>
              <a:defRPr sz="1875" b="0">
                <a:solidFill>
                  <a:srgbClr val="F1F5F9"/>
                </a:solidFill>
              </a:defRPr>
            </a:lvl4pPr>
            <a:lvl5pPr>
              <a:defRPr sz="1875" b="0">
                <a:solidFill>
                  <a:srgbClr val="F1F5F9"/>
                </a:solidFill>
              </a:defRPr>
            </a:lvl5pPr>
            <a:lvl6pPr>
              <a:defRPr sz="1875" b="0">
                <a:solidFill>
                  <a:srgbClr val="F1F5F9"/>
                </a:solidFill>
              </a:defRPr>
            </a:lvl6pPr>
            <a:lvl7pPr>
              <a:defRPr sz="1875" b="0">
                <a:solidFill>
                  <a:srgbClr val="F1F5F9"/>
                </a:solidFill>
              </a:defRPr>
            </a:lvl7pPr>
            <a:lvl8pPr>
              <a:defRPr sz="1875" b="0">
                <a:solidFill>
                  <a:srgbClr val="F1F5F9"/>
                </a:solidFill>
              </a:defRPr>
            </a:lvl8pPr>
            <a:lvl9pPr>
              <a:defRPr sz="187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1F5F9"/>
                </a:solidFill>
              </a:defRPr>
            </a:pPr>
            <a:r>
              <a:rPr sz="1875" b="0">
                <a:solidFill>
                  <a:srgbClr val="F1F5F9"/>
                </a:solidFill>
              </a:rPr>
              <a:t>GPIO–CCOUNT &lt;5%: no comprobable sin instrumento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3E0B9-B2BA-4700-8EF9-9FAC31EB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572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1F5F9"/>
                </a:solidFill>
              </a:defRPr>
            </a:defPPr>
            <a:lvl1pPr>
              <a:defRPr sz="1875" b="0">
                <a:solidFill>
                  <a:srgbClr val="F1F5F9"/>
                </a:solidFill>
              </a:defRPr>
            </a:lvl1pPr>
            <a:lvl2pPr>
              <a:defRPr sz="1875" b="0">
                <a:solidFill>
                  <a:srgbClr val="F1F5F9"/>
                </a:solidFill>
              </a:defRPr>
            </a:lvl2pPr>
            <a:lvl3pPr>
              <a:defRPr sz="1875" b="0">
                <a:solidFill>
                  <a:srgbClr val="F1F5F9"/>
                </a:solidFill>
              </a:defRPr>
            </a:lvl3pPr>
            <a:lvl4pPr>
              <a:defRPr sz="1875" b="0">
                <a:solidFill>
                  <a:srgbClr val="F1F5F9"/>
                </a:solidFill>
              </a:defRPr>
            </a:lvl4pPr>
            <a:lvl5pPr>
              <a:defRPr sz="1875" b="0">
                <a:solidFill>
                  <a:srgbClr val="F1F5F9"/>
                </a:solidFill>
              </a:defRPr>
            </a:lvl5pPr>
            <a:lvl6pPr>
              <a:defRPr sz="1875" b="0">
                <a:solidFill>
                  <a:srgbClr val="F1F5F9"/>
                </a:solidFill>
              </a:defRPr>
            </a:lvl6pPr>
            <a:lvl7pPr>
              <a:defRPr sz="1875" b="0">
                <a:solidFill>
                  <a:srgbClr val="F1F5F9"/>
                </a:solidFill>
              </a:defRPr>
            </a:lvl7pPr>
            <a:lvl8pPr>
              <a:defRPr sz="1875" b="0">
                <a:solidFill>
                  <a:srgbClr val="F1F5F9"/>
                </a:solidFill>
              </a:defRPr>
            </a:lvl8pPr>
            <a:lvl9pPr>
              <a:defRPr sz="187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1F5F9"/>
                </a:solidFill>
              </a:defRPr>
            </a:pPr>
            <a:r>
              <a:rPr sz="1875" b="0">
                <a:solidFill>
                  <a:srgbClr val="F1F5F9"/>
                </a:solidFill>
              </a:rPr>
              <a:t>Windows: 14 CRC y 901 huecos en la hora nominal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73107-F7D2-44C4-B18E-181BFB25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10572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1F5F9"/>
                </a:solidFill>
              </a:defRPr>
            </a:defPPr>
            <a:lvl1pPr>
              <a:defRPr sz="1875" b="0">
                <a:solidFill>
                  <a:srgbClr val="F1F5F9"/>
                </a:solidFill>
              </a:defRPr>
            </a:lvl1pPr>
            <a:lvl2pPr>
              <a:defRPr sz="1875" b="0">
                <a:solidFill>
                  <a:srgbClr val="F1F5F9"/>
                </a:solidFill>
              </a:defRPr>
            </a:lvl2pPr>
            <a:lvl3pPr>
              <a:defRPr sz="1875" b="0">
                <a:solidFill>
                  <a:srgbClr val="F1F5F9"/>
                </a:solidFill>
              </a:defRPr>
            </a:lvl3pPr>
            <a:lvl4pPr>
              <a:defRPr sz="1875" b="0">
                <a:solidFill>
                  <a:srgbClr val="F1F5F9"/>
                </a:solidFill>
              </a:defRPr>
            </a:lvl4pPr>
            <a:lvl5pPr>
              <a:defRPr sz="1875" b="0">
                <a:solidFill>
                  <a:srgbClr val="F1F5F9"/>
                </a:solidFill>
              </a:defRPr>
            </a:lvl5pPr>
            <a:lvl6pPr>
              <a:defRPr sz="1875" b="0">
                <a:solidFill>
                  <a:srgbClr val="F1F5F9"/>
                </a:solidFill>
              </a:defRPr>
            </a:lvl6pPr>
            <a:lvl7pPr>
              <a:defRPr sz="1875" b="0">
                <a:solidFill>
                  <a:srgbClr val="F1F5F9"/>
                </a:solidFill>
              </a:defRPr>
            </a:lvl7pPr>
            <a:lvl8pPr>
              <a:defRPr sz="1875" b="0">
                <a:solidFill>
                  <a:srgbClr val="F1F5F9"/>
                </a:solidFill>
              </a:defRPr>
            </a:lvl8pPr>
            <a:lvl9pPr>
              <a:defRPr sz="1875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1F5F9"/>
                </a:solidFill>
              </a:defRPr>
            </a:pPr>
            <a:r>
              <a:rPr sz="1875" b="0">
                <a:solidFill>
                  <a:srgbClr val="F1F5F9"/>
                </a:solidFill>
              </a:rPr>
              <a:t>E13: medir un observador en core 1</a:t>
            </a:r>
          </a:p>
        </p:txBody>
      </p:sp>
    </p:spTree>
    <p:extLst>
      <p:ext uri="{BB962C8B-B14F-4D97-AF65-F5344CB8AC3E}">
        <p14:creationId xmlns:p14="http://schemas.microsoft.com/office/powerpoint/2010/main" val="10865887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DF8FA-9825-488C-A3A1-3AB0D3BD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7D3C2"/>
                </a:solidFill>
              </a:defRPr>
            </a:defPPr>
            <a:lvl1pPr>
              <a:defRPr sz="1125" b="1">
                <a:solidFill>
                  <a:srgbClr val="57D3C2"/>
                </a:solidFill>
              </a:defRPr>
            </a:lvl1pPr>
            <a:lvl2pPr>
              <a:defRPr sz="1125" b="1">
                <a:solidFill>
                  <a:srgbClr val="57D3C2"/>
                </a:solidFill>
              </a:defRPr>
            </a:lvl2pPr>
            <a:lvl3pPr>
              <a:defRPr sz="1125" b="1">
                <a:solidFill>
                  <a:srgbClr val="57D3C2"/>
                </a:solidFill>
              </a:defRPr>
            </a:lvl3pPr>
            <a:lvl4pPr>
              <a:defRPr sz="1125" b="1">
                <a:solidFill>
                  <a:srgbClr val="57D3C2"/>
                </a:solidFill>
              </a:defRPr>
            </a:lvl4pPr>
            <a:lvl5pPr>
              <a:defRPr sz="1125" b="1">
                <a:solidFill>
                  <a:srgbClr val="57D3C2"/>
                </a:solidFill>
              </a:defRPr>
            </a:lvl5pPr>
            <a:lvl6pPr>
              <a:defRPr sz="1125" b="1">
                <a:solidFill>
                  <a:srgbClr val="57D3C2"/>
                </a:solidFill>
              </a:defRPr>
            </a:lvl6pPr>
            <a:lvl7pPr>
              <a:defRPr sz="1125" b="1">
                <a:solidFill>
                  <a:srgbClr val="57D3C2"/>
                </a:solidFill>
              </a:defRPr>
            </a:lvl7pPr>
            <a:lvl8pPr>
              <a:defRPr sz="1125" b="1">
                <a:solidFill>
                  <a:srgbClr val="57D3C2"/>
                </a:solidFill>
              </a:defRPr>
            </a:lvl8pPr>
            <a:lvl9pPr>
              <a:defRPr sz="1125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7D3C2"/>
                </a:solidFill>
              </a:defRPr>
            </a:pPr>
            <a:r>
              <a:rPr sz="1125" b="1">
                <a:solidFill>
                  <a:srgbClr val="57D3C2"/>
                </a:solidFill>
              </a:rPr>
              <a:t>SENTINEL OS · SUSTENTACIÓN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3130E-C569-4941-BD52-3E79D1E0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1F5F9"/>
                </a:solidFill>
              </a:defRPr>
            </a:defPPr>
            <a:lvl1pPr>
              <a:defRPr sz="2850" b="1">
                <a:solidFill>
                  <a:srgbClr val="F1F5F9"/>
                </a:solidFill>
              </a:defRPr>
            </a:lvl1pPr>
            <a:lvl2pPr>
              <a:defRPr sz="2850" b="1">
                <a:solidFill>
                  <a:srgbClr val="F1F5F9"/>
                </a:solidFill>
              </a:defRPr>
            </a:lvl2pPr>
            <a:lvl3pPr>
              <a:defRPr sz="2850" b="1">
                <a:solidFill>
                  <a:srgbClr val="F1F5F9"/>
                </a:solidFill>
              </a:defRPr>
            </a:lvl3pPr>
            <a:lvl4pPr>
              <a:defRPr sz="2850" b="1">
                <a:solidFill>
                  <a:srgbClr val="F1F5F9"/>
                </a:solidFill>
              </a:defRPr>
            </a:lvl4pPr>
            <a:lvl5pPr>
              <a:defRPr sz="2850" b="1">
                <a:solidFill>
                  <a:srgbClr val="F1F5F9"/>
                </a:solidFill>
              </a:defRPr>
            </a:lvl5pPr>
            <a:lvl6pPr>
              <a:defRPr sz="2850" b="1">
                <a:solidFill>
                  <a:srgbClr val="F1F5F9"/>
                </a:solidFill>
              </a:defRPr>
            </a:lvl6pPr>
            <a:lvl7pPr>
              <a:defRPr sz="2850" b="1">
                <a:solidFill>
                  <a:srgbClr val="F1F5F9"/>
                </a:solidFill>
              </a:defRPr>
            </a:lvl7pPr>
            <a:lvl8pPr>
              <a:defRPr sz="2850" b="1">
                <a:solidFill>
                  <a:srgbClr val="F1F5F9"/>
                </a:solidFill>
              </a:defRPr>
            </a:lvl8pPr>
            <a:lvl9pPr>
              <a:defRPr sz="2850" b="1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1F5F9"/>
                </a:solidFill>
              </a:defRPr>
            </a:pPr>
            <a:r>
              <a:rPr sz="2850" b="1">
                <a:solidFill>
                  <a:srgbClr val="F1F5F9"/>
                </a:solidFill>
              </a:rP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3A9A4-68D2-4785-8734-B408004A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CBD8"/>
                </a:solidFill>
              </a:defRPr>
            </a:defPPr>
            <a:lvl1pPr>
              <a:defRPr sz="1200" b="0">
                <a:solidFill>
                  <a:srgbClr val="BECBD8"/>
                </a:solidFill>
              </a:defRPr>
            </a:lvl1pPr>
            <a:lvl2pPr>
              <a:defRPr sz="1200" b="0">
                <a:solidFill>
                  <a:srgbClr val="BECBD8"/>
                </a:solidFill>
              </a:defRPr>
            </a:lvl2pPr>
            <a:lvl3pPr>
              <a:defRPr sz="1200" b="0">
                <a:solidFill>
                  <a:srgbClr val="BECBD8"/>
                </a:solidFill>
              </a:defRPr>
            </a:lvl3pPr>
            <a:lvl4pPr>
              <a:defRPr sz="1200" b="0">
                <a:solidFill>
                  <a:srgbClr val="BECBD8"/>
                </a:solidFill>
              </a:defRPr>
            </a:lvl4pPr>
            <a:lvl5pPr>
              <a:defRPr sz="1200" b="0">
                <a:solidFill>
                  <a:srgbClr val="BECBD8"/>
                </a:solidFill>
              </a:defRPr>
            </a:lvl5pPr>
            <a:lvl6pPr>
              <a:defRPr sz="1200" b="0">
                <a:solidFill>
                  <a:srgbClr val="BECBD8"/>
                </a:solidFill>
              </a:defRPr>
            </a:lvl6pPr>
            <a:lvl7pPr>
              <a:defRPr sz="1200" b="0">
                <a:solidFill>
                  <a:srgbClr val="BECBD8"/>
                </a:solidFill>
              </a:defRPr>
            </a:lvl7pPr>
            <a:lvl8pPr>
              <a:defRPr sz="1200" b="0">
                <a:solidFill>
                  <a:srgbClr val="BECBD8"/>
                </a:solidFill>
              </a:defRPr>
            </a:lvl8pPr>
            <a:lvl9pPr>
              <a:defRPr sz="1200" b="0">
                <a:solidFill>
                  <a:srgbClr val="BECB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CBD8"/>
                </a:solidFill>
              </a:defRPr>
            </a:pPr>
            <a:r>
              <a:rPr sz="1200" b="0">
                <a:solidFill>
                  <a:srgbClr val="BECBD8"/>
                </a:solidFill>
              </a:rPr>
              <a:t>12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ECB18-27D5-4682-ACCA-57AACAEC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1F5F9"/>
                </a:solidFill>
              </a:defRPr>
            </a:defPPr>
            <a:lvl1pPr>
              <a:defRPr sz="2400" b="0">
                <a:solidFill>
                  <a:srgbClr val="F1F5F9"/>
                </a:solidFill>
              </a:defRPr>
            </a:lvl1pPr>
            <a:lvl2pPr>
              <a:defRPr sz="2400" b="0">
                <a:solidFill>
                  <a:srgbClr val="F1F5F9"/>
                </a:solidFill>
              </a:defRPr>
            </a:lvl2pPr>
            <a:lvl3pPr>
              <a:defRPr sz="2400" b="0">
                <a:solidFill>
                  <a:srgbClr val="F1F5F9"/>
                </a:solidFill>
              </a:defRPr>
            </a:lvl3pPr>
            <a:lvl4pPr>
              <a:defRPr sz="2400" b="0">
                <a:solidFill>
                  <a:srgbClr val="F1F5F9"/>
                </a:solidFill>
              </a:defRPr>
            </a:lvl4pPr>
            <a:lvl5pPr>
              <a:defRPr sz="2400" b="0">
                <a:solidFill>
                  <a:srgbClr val="F1F5F9"/>
                </a:solidFill>
              </a:defRPr>
            </a:lvl5pPr>
            <a:lvl6pPr>
              <a:defRPr sz="2400" b="0">
                <a:solidFill>
                  <a:srgbClr val="F1F5F9"/>
                </a:solidFill>
              </a:defRPr>
            </a:lvl6pPr>
            <a:lvl7pPr>
              <a:defRPr sz="2400" b="0">
                <a:solidFill>
                  <a:srgbClr val="F1F5F9"/>
                </a:solidFill>
              </a:defRPr>
            </a:lvl7pPr>
            <a:lvl8pPr>
              <a:defRPr sz="2400" b="0">
                <a:solidFill>
                  <a:srgbClr val="F1F5F9"/>
                </a:solidFill>
              </a:defRPr>
            </a:lvl8pPr>
            <a:lvl9pPr>
              <a:defRPr sz="2400" b="0">
                <a:solidFill>
                  <a:srgbClr val="F1F5F9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1F5F9"/>
                </a:solidFill>
              </a:defRPr>
            </a:pPr>
            <a:r>
              <a:rPr sz="2400" b="0">
                <a:solidFill>
                  <a:srgbClr val="F1F5F9"/>
                </a:solidFill>
              </a:rPr>
              <a:t>Un proyecto que funciona demuestra que sabes programar.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E2357-01CD-41D5-B971-3F2E7A34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57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57D3C2"/>
                </a:solidFill>
              </a:defRPr>
            </a:defPPr>
            <a:lvl1pPr>
              <a:defRPr sz="2550" b="1">
                <a:solidFill>
                  <a:srgbClr val="57D3C2"/>
                </a:solidFill>
              </a:defRPr>
            </a:lvl1pPr>
            <a:lvl2pPr>
              <a:defRPr sz="2550" b="1">
                <a:solidFill>
                  <a:srgbClr val="57D3C2"/>
                </a:solidFill>
              </a:defRPr>
            </a:lvl2pPr>
            <a:lvl3pPr>
              <a:defRPr sz="2550" b="1">
                <a:solidFill>
                  <a:srgbClr val="57D3C2"/>
                </a:solidFill>
              </a:defRPr>
            </a:lvl3pPr>
            <a:lvl4pPr>
              <a:defRPr sz="2550" b="1">
                <a:solidFill>
                  <a:srgbClr val="57D3C2"/>
                </a:solidFill>
              </a:defRPr>
            </a:lvl4pPr>
            <a:lvl5pPr>
              <a:defRPr sz="2550" b="1">
                <a:solidFill>
                  <a:srgbClr val="57D3C2"/>
                </a:solidFill>
              </a:defRPr>
            </a:lvl5pPr>
            <a:lvl6pPr>
              <a:defRPr sz="2550" b="1">
                <a:solidFill>
                  <a:srgbClr val="57D3C2"/>
                </a:solidFill>
              </a:defRPr>
            </a:lvl6pPr>
            <a:lvl7pPr>
              <a:defRPr sz="2550" b="1">
                <a:solidFill>
                  <a:srgbClr val="57D3C2"/>
                </a:solidFill>
              </a:defRPr>
            </a:lvl7pPr>
            <a:lvl8pPr>
              <a:defRPr sz="2550" b="1">
                <a:solidFill>
                  <a:srgbClr val="57D3C2"/>
                </a:solidFill>
              </a:defRPr>
            </a:lvl8pPr>
            <a:lvl9pPr>
              <a:defRPr sz="2550" b="1">
                <a:solidFill>
                  <a:srgbClr val="57D3C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7D3C2"/>
                </a:solidFill>
              </a:defRPr>
            </a:pPr>
            <a:r>
              <a:rPr sz="2550" b="1">
                <a:solidFill>
                  <a:srgbClr val="57D3C2"/>
                </a:solidFill>
              </a:rPr>
              <a:t>Un proyecto que se mide a sí mismo demuestra que sabes de sistemas.</a:t>
            </a:r>
          </a:p>
        </p:txBody>
      </p:sp>
    </p:spTree>
    <p:extLst>
      <p:ext uri="{BB962C8B-B14F-4D97-AF65-F5344CB8AC3E}">
        <p14:creationId xmlns:p14="http://schemas.microsoft.com/office/powerpoint/2010/main" val="1926875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2026-10-21T06:15:22.0410000Z</dcterms:created>
  <dcterms:modified xsi:type="dcterms:W3CDTF">2026-10-21T06:15:22.0410000Z</dcterms:modified>
</coreProperties>
</file>